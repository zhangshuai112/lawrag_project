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Lst>
  <p:notesMasterIdLst>
    <p:notesMasterId r:id="rId27"/>
  </p:notesMasterIdLst>
  <p:handoutMasterIdLst>
    <p:handoutMasterId r:id="rId28"/>
  </p:handout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2" r:id="rId18"/>
    <p:sldId id="271" r:id="rId19"/>
    <p:sldId id="273" r:id="rId20"/>
    <p:sldId id="274" r:id="rId21"/>
    <p:sldId id="275" r:id="rId22"/>
    <p:sldId id="276" r:id="rId23"/>
    <p:sldId id="277" r:id="rId24"/>
    <p:sldId id="303" r:id="rId25"/>
    <p:sldId id="302" r:id="rId26"/>
  </p:sldIdLst>
  <p:sldSz cx="12192000" cy="6858000"/>
  <p:notesSz cx="6858000" cy="9144000"/>
  <p:custDataLst>
    <p:tags r:id="rId2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86"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6331" autoAdjust="0"/>
  </p:normalViewPr>
  <p:slideViewPr>
    <p:cSldViewPr snapToGrid="0" showGuides="1">
      <p:cViewPr>
        <p:scale>
          <a:sx n="90" d="100"/>
          <a:sy n="90" d="100"/>
        </p:scale>
        <p:origin x="1356" y="600"/>
      </p:cViewPr>
      <p:guideLst>
        <p:guide orient="horz" pos="686"/>
        <p:guide pos="3840"/>
      </p:guideLst>
    </p:cSldViewPr>
  </p:slideViewPr>
  <p:notesTextViewPr>
    <p:cViewPr>
      <p:scale>
        <a:sx n="1" d="1"/>
        <a:sy n="1" d="1"/>
      </p:scale>
      <p:origin x="0" y="0"/>
    </p:cViewPr>
  </p:notesTextViewPr>
  <p:notesViewPr>
    <p:cSldViewPr snapToGrid="0">
      <p:cViewPr varScale="1">
        <p:scale>
          <a:sx n="81" d="100"/>
          <a:sy n="81" d="100"/>
        </p:scale>
        <p:origin x="3042"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2026/5/22</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98BD4B-FD84-4C2D-AAF9-0EE3D55F1040}" type="datetimeFigureOut">
              <a:rPr lang="zh-CN" altLang="en-US" smtClean="0"/>
              <a:t>2026/5/22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623471-289A-4A86-8866-6BBFC1B5F3FA}"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3623471-289A-4A86-8866-6BBFC1B5F3FA}"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模板来自于： 第一</a:t>
            </a:r>
            <a:r>
              <a:rPr lang="en-US" altLang="zh-CN" dirty="0"/>
              <a:t>PPT https://www.1ppt.com/</a:t>
            </a:r>
            <a:endParaRPr lang="zh-CN" altLang="en-US" dirty="0"/>
          </a:p>
        </p:txBody>
      </p:sp>
      <p:sp>
        <p:nvSpPr>
          <p:cNvPr id="4" name="灯片编号占位符 3"/>
          <p:cNvSpPr>
            <a:spLocks noGrp="1"/>
          </p:cNvSpPr>
          <p:nvPr>
            <p:ph type="sldNum" sz="quarter" idx="5"/>
          </p:nvPr>
        </p:nvSpPr>
        <p:spPr/>
        <p:txBody>
          <a:bodyPr/>
          <a:lstStyle/>
          <a:p>
            <a:fld id="{A3623471-289A-4A86-8866-6BBFC1B5F3FA}" type="slidenum">
              <a:rPr lang="zh-CN" altLang="en-US" smtClean="0"/>
              <a:t>21</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0C41D-8D30-19C4-EE83-108AE6A8C0D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E19ED33-8962-15A8-6717-583D27D2B27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D189622-1D04-1F47-71CF-89F86FCB6B0A}"/>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B26AD20D-0F5A-163F-AE7E-1ACBDCF46F5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623471-289A-4A86-8866-6BBFC1B5F3FA}"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Arial"/>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Arial"/>
            </a:endParaRPr>
          </a:p>
        </p:txBody>
      </p:sp>
    </p:spTree>
    <p:extLst>
      <p:ext uri="{BB962C8B-B14F-4D97-AF65-F5344CB8AC3E}">
        <p14:creationId xmlns:p14="http://schemas.microsoft.com/office/powerpoint/2010/main" val="42677425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www.1ppt.com/hangye/"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2" name="图片 1" descr="鱼在游泳&#10;&#10;中度可信度描述已自动生成"/>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flipH="1">
            <a:off x="0" y="0"/>
            <a:ext cx="12192000" cy="6858000"/>
          </a:xfrm>
          <a:prstGeom prst="rect">
            <a:avLst/>
          </a:prstGeom>
        </p:spPr>
      </p:pic>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TextBox 4"/>
          <p:cNvSpPr txBox="1"/>
          <p:nvPr/>
        </p:nvSpPr>
        <p:spPr>
          <a:xfrm>
            <a:off x="2965031" y="3367444"/>
            <a:ext cx="453650" cy="137203"/>
          </a:xfrm>
          <a:prstGeom prst="rect">
            <a:avLst/>
          </a:prstGeom>
          <a:noFill/>
        </p:spPr>
        <p:txBody>
          <a:bodyPr wrap="square" rtlCol="0">
            <a:spAutoFit/>
          </a:bodyPr>
          <a:lstStyle/>
          <a:p>
            <a:pPr>
              <a:lnSpc>
                <a:spcPct val="200000"/>
              </a:lnSpc>
            </a:pPr>
            <a:r>
              <a:rPr lang="zh-CN" altLang="en-US" sz="100">
                <a:solidFill>
                  <a:schemeClr val="tx1">
                    <a:alpha val="0"/>
                  </a:schemeClr>
                </a:solidFill>
                <a:latin typeface="微软雅黑" panose="020B0503020204020204" pitchFamily="34" charset="-122"/>
                <a:ea typeface="微软雅黑" panose="020B0503020204020204" pitchFamily="34" charset="-122"/>
              </a:rPr>
              <a:t>行业</a:t>
            </a:r>
            <a:r>
              <a:rPr lang="en-US" altLang="zh-CN" sz="100">
                <a:solidFill>
                  <a:schemeClr val="tx1">
                    <a:alpha val="0"/>
                  </a:schemeClr>
                </a:solidFill>
                <a:latin typeface="微软雅黑" panose="020B0503020204020204" pitchFamily="34" charset="-122"/>
                <a:ea typeface="微软雅黑" panose="020B0503020204020204" pitchFamily="34" charset="-122"/>
              </a:rPr>
              <a:t>PPT</a:t>
            </a:r>
            <a:r>
              <a:rPr lang="zh-CN" altLang="en-US" sz="100">
                <a:solidFill>
                  <a:schemeClr val="tx1">
                    <a:alpha val="0"/>
                  </a:schemeClr>
                </a:solidFill>
                <a:latin typeface="微软雅黑" panose="020B0503020204020204" pitchFamily="34" charset="-122"/>
                <a:ea typeface="微软雅黑" panose="020B0503020204020204" pitchFamily="34" charset="-122"/>
              </a:rPr>
              <a:t>模板</a:t>
            </a:r>
            <a:r>
              <a:rPr lang="en-US" altLang="zh-CN" sz="100">
                <a:solidFill>
                  <a:schemeClr val="tx1">
                    <a:alpha val="0"/>
                  </a:schemeClr>
                </a:solidFill>
                <a:latin typeface="微软雅黑" panose="020B0503020204020204" pitchFamily="34" charset="-122"/>
                <a:ea typeface="微软雅黑" panose="020B0503020204020204" pitchFamily="34" charset="-122"/>
              </a:rPr>
              <a:t>http://www.1ppt.com/hangye/</a:t>
            </a:r>
          </a:p>
        </p:txBody>
      </p:sp>
      <p:sp>
        <p:nvSpPr>
          <p:cNvPr id="3" name="TextBox 8"/>
          <p:cNvSpPr txBox="1"/>
          <p:nvPr/>
        </p:nvSpPr>
        <p:spPr>
          <a:xfrm>
            <a:off x="7509627" y="2215277"/>
            <a:ext cx="540060" cy="137203"/>
          </a:xfrm>
          <a:prstGeom prst="rect">
            <a:avLst/>
          </a:prstGeom>
          <a:noFill/>
        </p:spPr>
        <p:txBody>
          <a:bodyPr wrap="square" rtlCol="0">
            <a:spAutoFit/>
          </a:bodyPr>
          <a:lstStyle/>
          <a:p>
            <a:pPr>
              <a:lnSpc>
                <a:spcPct val="200000"/>
              </a:lnSpc>
            </a:pPr>
            <a:r>
              <a:rPr lang="zh-CN" altLang="en-US" sz="100">
                <a:solidFill>
                  <a:schemeClr val="tx1">
                    <a:alpha val="0"/>
                  </a:schemeClr>
                </a:solidFill>
                <a:latin typeface="微软雅黑" panose="020B0503020204020204" pitchFamily="34" charset="-122"/>
                <a:ea typeface="微软雅黑" panose="020B0503020204020204" pitchFamily="34" charset="-122"/>
                <a:hlinkClick r:id="rId2"/>
              </a:rPr>
              <a:t>行业</a:t>
            </a:r>
            <a:r>
              <a:rPr lang="en-US" altLang="zh-CN" sz="100">
                <a:solidFill>
                  <a:schemeClr val="tx1">
                    <a:alpha val="0"/>
                  </a:schemeClr>
                </a:solidFill>
                <a:latin typeface="微软雅黑" panose="020B0503020204020204" pitchFamily="34" charset="-122"/>
                <a:ea typeface="微软雅黑" panose="020B0503020204020204" pitchFamily="34" charset="-122"/>
                <a:hlinkClick r:id="rId2"/>
              </a:rPr>
              <a:t>PPT</a:t>
            </a:r>
            <a:r>
              <a:rPr lang="zh-CN" altLang="en-US" sz="100">
                <a:solidFill>
                  <a:schemeClr val="tx1">
                    <a:alpha val="0"/>
                  </a:schemeClr>
                </a:solidFill>
                <a:latin typeface="微软雅黑" panose="020B0503020204020204" pitchFamily="34" charset="-122"/>
                <a:ea typeface="微软雅黑" panose="020B0503020204020204" pitchFamily="34" charset="-122"/>
                <a:hlinkClick r:id="rId2"/>
              </a:rPr>
              <a:t>模板</a:t>
            </a:r>
            <a:r>
              <a:rPr lang="en-US" altLang="zh-CN" sz="100">
                <a:solidFill>
                  <a:schemeClr val="tx1">
                    <a:alpha val="0"/>
                  </a:schemeClr>
                </a:solidFill>
                <a:latin typeface="微软雅黑" panose="020B0503020204020204" pitchFamily="34" charset="-122"/>
                <a:ea typeface="微软雅黑" panose="020B0503020204020204" pitchFamily="34" charset="-122"/>
              </a:rPr>
              <a:t>http://www.1ppt.com/hangye/</a:t>
            </a:r>
          </a:p>
        </p:txBody>
      </p:sp>
      <p:sp>
        <p:nvSpPr>
          <p:cNvPr id="4"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5"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8"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9" name="页脚占位符 7"/>
          <p:cNvSpPr>
            <a:spLocks noGrp="1"/>
          </p:cNvSpPr>
          <p:nvPr>
            <p:ph type="ftr" sz="quarter" idx="11"/>
          </p:nvPr>
        </p:nvSpPr>
        <p:spPr>
          <a:xfrm>
            <a:off x="4038600" y="6356350"/>
            <a:ext cx="4114800" cy="365125"/>
          </a:xfrm>
        </p:spPr>
        <p:txBody>
          <a:bodyPr/>
          <a:lstStyle/>
          <a:p>
            <a:endParaRPr lang="zh-CN" altLang="en-US"/>
          </a:p>
        </p:txBody>
      </p:sp>
      <p:sp>
        <p:nvSpPr>
          <p:cNvPr id="10" name="灯片编号占位符 8"/>
          <p:cNvSpPr>
            <a:spLocks noGrp="1"/>
          </p:cNvSpPr>
          <p:nvPr>
            <p:ph type="sldNum" sz="quarter" idx="12"/>
          </p:nvPr>
        </p:nvSpPr>
        <p:spPr>
          <a:xfrm>
            <a:off x="8610600" y="6356350"/>
            <a:ext cx="2743200" cy="365125"/>
          </a:xfrm>
        </p:spPr>
        <p:txBody>
          <a:bodyPr/>
          <a:lstStyle/>
          <a:p>
            <a:fld id="{E9B957CC-A438-4D82-B305-22914934740F}" type="slidenum">
              <a:rPr lang="zh-CN" altLang="en-US" smtClean="0"/>
              <a:t>‹#›</a:t>
            </a:fld>
            <a:endParaRPr lang="zh-CN" alt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任意多边形: 形状 1"/>
          <p:cNvSpPr/>
          <p:nvPr userDrawn="1"/>
        </p:nvSpPr>
        <p:spPr>
          <a:xfrm>
            <a:off x="234043" y="242382"/>
            <a:ext cx="11723914" cy="6373236"/>
          </a:xfrm>
          <a:custGeom>
            <a:avLst/>
            <a:gdLst>
              <a:gd name="connsiteX0" fmla="*/ 172934 w 11723914"/>
              <a:gd name="connsiteY0" fmla="*/ 0 h 6373236"/>
              <a:gd name="connsiteX1" fmla="*/ 11550980 w 11723914"/>
              <a:gd name="connsiteY1" fmla="*/ 0 h 6373236"/>
              <a:gd name="connsiteX2" fmla="*/ 11723914 w 11723914"/>
              <a:gd name="connsiteY2" fmla="*/ 172934 h 6373236"/>
              <a:gd name="connsiteX3" fmla="*/ 11723914 w 11723914"/>
              <a:gd name="connsiteY3" fmla="*/ 348345 h 6373236"/>
              <a:gd name="connsiteX4" fmla="*/ 11723914 w 11723914"/>
              <a:gd name="connsiteY4" fmla="*/ 864647 h 6373236"/>
              <a:gd name="connsiteX5" fmla="*/ 11723914 w 11723914"/>
              <a:gd name="connsiteY5" fmla="*/ 5508589 h 6373236"/>
              <a:gd name="connsiteX6" fmla="*/ 11723914 w 11723914"/>
              <a:gd name="connsiteY6" fmla="*/ 5881058 h 6373236"/>
              <a:gd name="connsiteX7" fmla="*/ 11723914 w 11723914"/>
              <a:gd name="connsiteY7" fmla="*/ 6200302 h 6373236"/>
              <a:gd name="connsiteX8" fmla="*/ 11550980 w 11723914"/>
              <a:gd name="connsiteY8" fmla="*/ 6373236 h 6373236"/>
              <a:gd name="connsiteX9" fmla="*/ 172934 w 11723914"/>
              <a:gd name="connsiteY9" fmla="*/ 6373236 h 6373236"/>
              <a:gd name="connsiteX10" fmla="*/ 0 w 11723914"/>
              <a:gd name="connsiteY10" fmla="*/ 6200302 h 6373236"/>
              <a:gd name="connsiteX11" fmla="*/ 0 w 11723914"/>
              <a:gd name="connsiteY11" fmla="*/ 5881058 h 6373236"/>
              <a:gd name="connsiteX12" fmla="*/ 0 w 11723914"/>
              <a:gd name="connsiteY12" fmla="*/ 5508589 h 6373236"/>
              <a:gd name="connsiteX13" fmla="*/ 0 w 11723914"/>
              <a:gd name="connsiteY13" fmla="*/ 864648 h 6373236"/>
              <a:gd name="connsiteX14" fmla="*/ 0 w 11723914"/>
              <a:gd name="connsiteY14" fmla="*/ 864647 h 6373236"/>
              <a:gd name="connsiteX15" fmla="*/ 0 w 11723914"/>
              <a:gd name="connsiteY15" fmla="*/ 172934 h 6373236"/>
              <a:gd name="connsiteX16" fmla="*/ 172934 w 11723914"/>
              <a:gd name="connsiteY16" fmla="*/ 0 h 6373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723914" h="6373236">
                <a:moveTo>
                  <a:pt x="172934" y="0"/>
                </a:moveTo>
                <a:lnTo>
                  <a:pt x="11550980" y="0"/>
                </a:lnTo>
                <a:cubicBezTo>
                  <a:pt x="11646489" y="0"/>
                  <a:pt x="11723914" y="77425"/>
                  <a:pt x="11723914" y="172934"/>
                </a:cubicBezTo>
                <a:lnTo>
                  <a:pt x="11723914" y="348345"/>
                </a:lnTo>
                <a:lnTo>
                  <a:pt x="11723914" y="864647"/>
                </a:lnTo>
                <a:lnTo>
                  <a:pt x="11723914" y="5508589"/>
                </a:lnTo>
                <a:lnTo>
                  <a:pt x="11723914" y="5881058"/>
                </a:lnTo>
                <a:lnTo>
                  <a:pt x="11723914" y="6200302"/>
                </a:lnTo>
                <a:cubicBezTo>
                  <a:pt x="11723914" y="6295811"/>
                  <a:pt x="11646489" y="6373236"/>
                  <a:pt x="11550980" y="6373236"/>
                </a:cubicBezTo>
                <a:lnTo>
                  <a:pt x="172934" y="6373236"/>
                </a:lnTo>
                <a:cubicBezTo>
                  <a:pt x="77425" y="6373236"/>
                  <a:pt x="0" y="6295811"/>
                  <a:pt x="0" y="6200302"/>
                </a:cubicBezTo>
                <a:lnTo>
                  <a:pt x="0" y="5881058"/>
                </a:lnTo>
                <a:lnTo>
                  <a:pt x="0" y="5508589"/>
                </a:lnTo>
                <a:lnTo>
                  <a:pt x="0" y="864648"/>
                </a:lnTo>
                <a:lnTo>
                  <a:pt x="0" y="864647"/>
                </a:lnTo>
                <a:lnTo>
                  <a:pt x="0" y="172934"/>
                </a:lnTo>
                <a:cubicBezTo>
                  <a:pt x="0" y="77425"/>
                  <a:pt x="77425" y="0"/>
                  <a:pt x="172934" y="0"/>
                </a:cubicBezTo>
                <a:close/>
              </a:path>
            </a:pathLst>
          </a:cu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形状 2"/>
          <p:cNvSpPr/>
          <p:nvPr userDrawn="1"/>
        </p:nvSpPr>
        <p:spPr>
          <a:xfrm rot="16200000">
            <a:off x="11125266" y="902506"/>
            <a:ext cx="607204" cy="256813"/>
          </a:xfrm>
          <a:custGeom>
            <a:avLst/>
            <a:gdLst>
              <a:gd name="connsiteX0" fmla="*/ 922018 w 976018"/>
              <a:gd name="connsiteY0" fmla="*/ 304800 h 412800"/>
              <a:gd name="connsiteX1" fmla="*/ 976018 w 976018"/>
              <a:gd name="connsiteY1" fmla="*/ 358800 h 412800"/>
              <a:gd name="connsiteX2" fmla="*/ 922018 w 976018"/>
              <a:gd name="connsiteY2" fmla="*/ 412800 h 412800"/>
              <a:gd name="connsiteX3" fmla="*/ 868018 w 976018"/>
              <a:gd name="connsiteY3" fmla="*/ 358800 h 412800"/>
              <a:gd name="connsiteX4" fmla="*/ 922018 w 976018"/>
              <a:gd name="connsiteY4" fmla="*/ 304800 h 412800"/>
              <a:gd name="connsiteX5" fmla="*/ 705015 w 976018"/>
              <a:gd name="connsiteY5" fmla="*/ 304800 h 412800"/>
              <a:gd name="connsiteX6" fmla="*/ 759015 w 976018"/>
              <a:gd name="connsiteY6" fmla="*/ 358800 h 412800"/>
              <a:gd name="connsiteX7" fmla="*/ 705015 w 976018"/>
              <a:gd name="connsiteY7" fmla="*/ 412800 h 412800"/>
              <a:gd name="connsiteX8" fmla="*/ 651015 w 976018"/>
              <a:gd name="connsiteY8" fmla="*/ 358800 h 412800"/>
              <a:gd name="connsiteX9" fmla="*/ 705015 w 976018"/>
              <a:gd name="connsiteY9" fmla="*/ 304800 h 412800"/>
              <a:gd name="connsiteX10" fmla="*/ 488010 w 976018"/>
              <a:gd name="connsiteY10" fmla="*/ 304800 h 412800"/>
              <a:gd name="connsiteX11" fmla="*/ 542010 w 976018"/>
              <a:gd name="connsiteY11" fmla="*/ 358800 h 412800"/>
              <a:gd name="connsiteX12" fmla="*/ 488010 w 976018"/>
              <a:gd name="connsiteY12" fmla="*/ 412800 h 412800"/>
              <a:gd name="connsiteX13" fmla="*/ 434010 w 976018"/>
              <a:gd name="connsiteY13" fmla="*/ 358800 h 412800"/>
              <a:gd name="connsiteX14" fmla="*/ 488010 w 976018"/>
              <a:gd name="connsiteY14" fmla="*/ 304800 h 412800"/>
              <a:gd name="connsiteX15" fmla="*/ 271005 w 976018"/>
              <a:gd name="connsiteY15" fmla="*/ 304800 h 412800"/>
              <a:gd name="connsiteX16" fmla="*/ 325005 w 976018"/>
              <a:gd name="connsiteY16" fmla="*/ 358800 h 412800"/>
              <a:gd name="connsiteX17" fmla="*/ 271005 w 976018"/>
              <a:gd name="connsiteY17" fmla="*/ 412800 h 412800"/>
              <a:gd name="connsiteX18" fmla="*/ 217005 w 976018"/>
              <a:gd name="connsiteY18" fmla="*/ 358800 h 412800"/>
              <a:gd name="connsiteX19" fmla="*/ 271005 w 976018"/>
              <a:gd name="connsiteY19" fmla="*/ 304800 h 412800"/>
              <a:gd name="connsiteX20" fmla="*/ 54000 w 976018"/>
              <a:gd name="connsiteY20" fmla="*/ 304800 h 412800"/>
              <a:gd name="connsiteX21" fmla="*/ 108000 w 976018"/>
              <a:gd name="connsiteY21" fmla="*/ 358800 h 412800"/>
              <a:gd name="connsiteX22" fmla="*/ 54000 w 976018"/>
              <a:gd name="connsiteY22" fmla="*/ 412800 h 412800"/>
              <a:gd name="connsiteX23" fmla="*/ 0 w 976018"/>
              <a:gd name="connsiteY23" fmla="*/ 358800 h 412800"/>
              <a:gd name="connsiteX24" fmla="*/ 54000 w 976018"/>
              <a:gd name="connsiteY24" fmla="*/ 304800 h 412800"/>
              <a:gd name="connsiteX25" fmla="*/ 922018 w 976018"/>
              <a:gd name="connsiteY25" fmla="*/ 152400 h 412800"/>
              <a:gd name="connsiteX26" fmla="*/ 976018 w 976018"/>
              <a:gd name="connsiteY26" fmla="*/ 206400 h 412800"/>
              <a:gd name="connsiteX27" fmla="*/ 922018 w 976018"/>
              <a:gd name="connsiteY27" fmla="*/ 260400 h 412800"/>
              <a:gd name="connsiteX28" fmla="*/ 868018 w 976018"/>
              <a:gd name="connsiteY28" fmla="*/ 206400 h 412800"/>
              <a:gd name="connsiteX29" fmla="*/ 922018 w 976018"/>
              <a:gd name="connsiteY29" fmla="*/ 152400 h 412800"/>
              <a:gd name="connsiteX30" fmla="*/ 705015 w 976018"/>
              <a:gd name="connsiteY30" fmla="*/ 152400 h 412800"/>
              <a:gd name="connsiteX31" fmla="*/ 759015 w 976018"/>
              <a:gd name="connsiteY31" fmla="*/ 206400 h 412800"/>
              <a:gd name="connsiteX32" fmla="*/ 705015 w 976018"/>
              <a:gd name="connsiteY32" fmla="*/ 260400 h 412800"/>
              <a:gd name="connsiteX33" fmla="*/ 651015 w 976018"/>
              <a:gd name="connsiteY33" fmla="*/ 206400 h 412800"/>
              <a:gd name="connsiteX34" fmla="*/ 705015 w 976018"/>
              <a:gd name="connsiteY34" fmla="*/ 152400 h 412800"/>
              <a:gd name="connsiteX35" fmla="*/ 488010 w 976018"/>
              <a:gd name="connsiteY35" fmla="*/ 152400 h 412800"/>
              <a:gd name="connsiteX36" fmla="*/ 542010 w 976018"/>
              <a:gd name="connsiteY36" fmla="*/ 206400 h 412800"/>
              <a:gd name="connsiteX37" fmla="*/ 488010 w 976018"/>
              <a:gd name="connsiteY37" fmla="*/ 260400 h 412800"/>
              <a:gd name="connsiteX38" fmla="*/ 434010 w 976018"/>
              <a:gd name="connsiteY38" fmla="*/ 206400 h 412800"/>
              <a:gd name="connsiteX39" fmla="*/ 488010 w 976018"/>
              <a:gd name="connsiteY39" fmla="*/ 152400 h 412800"/>
              <a:gd name="connsiteX40" fmla="*/ 271005 w 976018"/>
              <a:gd name="connsiteY40" fmla="*/ 152400 h 412800"/>
              <a:gd name="connsiteX41" fmla="*/ 325005 w 976018"/>
              <a:gd name="connsiteY41" fmla="*/ 206400 h 412800"/>
              <a:gd name="connsiteX42" fmla="*/ 271005 w 976018"/>
              <a:gd name="connsiteY42" fmla="*/ 260400 h 412800"/>
              <a:gd name="connsiteX43" fmla="*/ 217005 w 976018"/>
              <a:gd name="connsiteY43" fmla="*/ 206400 h 412800"/>
              <a:gd name="connsiteX44" fmla="*/ 271005 w 976018"/>
              <a:gd name="connsiteY44" fmla="*/ 152400 h 412800"/>
              <a:gd name="connsiteX45" fmla="*/ 54000 w 976018"/>
              <a:gd name="connsiteY45" fmla="*/ 152400 h 412800"/>
              <a:gd name="connsiteX46" fmla="*/ 108000 w 976018"/>
              <a:gd name="connsiteY46" fmla="*/ 206400 h 412800"/>
              <a:gd name="connsiteX47" fmla="*/ 54000 w 976018"/>
              <a:gd name="connsiteY47" fmla="*/ 260400 h 412800"/>
              <a:gd name="connsiteX48" fmla="*/ 0 w 976018"/>
              <a:gd name="connsiteY48" fmla="*/ 206400 h 412800"/>
              <a:gd name="connsiteX49" fmla="*/ 54000 w 976018"/>
              <a:gd name="connsiteY49" fmla="*/ 152400 h 412800"/>
              <a:gd name="connsiteX50" fmla="*/ 922018 w 976018"/>
              <a:gd name="connsiteY50" fmla="*/ 0 h 412800"/>
              <a:gd name="connsiteX51" fmla="*/ 976018 w 976018"/>
              <a:gd name="connsiteY51" fmla="*/ 54000 h 412800"/>
              <a:gd name="connsiteX52" fmla="*/ 922018 w 976018"/>
              <a:gd name="connsiteY52" fmla="*/ 108000 h 412800"/>
              <a:gd name="connsiteX53" fmla="*/ 868018 w 976018"/>
              <a:gd name="connsiteY53" fmla="*/ 54000 h 412800"/>
              <a:gd name="connsiteX54" fmla="*/ 922018 w 976018"/>
              <a:gd name="connsiteY54" fmla="*/ 0 h 412800"/>
              <a:gd name="connsiteX55" fmla="*/ 705015 w 976018"/>
              <a:gd name="connsiteY55" fmla="*/ 0 h 412800"/>
              <a:gd name="connsiteX56" fmla="*/ 759015 w 976018"/>
              <a:gd name="connsiteY56" fmla="*/ 54000 h 412800"/>
              <a:gd name="connsiteX57" fmla="*/ 705015 w 976018"/>
              <a:gd name="connsiteY57" fmla="*/ 108000 h 412800"/>
              <a:gd name="connsiteX58" fmla="*/ 651015 w 976018"/>
              <a:gd name="connsiteY58" fmla="*/ 54000 h 412800"/>
              <a:gd name="connsiteX59" fmla="*/ 705015 w 976018"/>
              <a:gd name="connsiteY59" fmla="*/ 0 h 412800"/>
              <a:gd name="connsiteX60" fmla="*/ 488010 w 976018"/>
              <a:gd name="connsiteY60" fmla="*/ 0 h 412800"/>
              <a:gd name="connsiteX61" fmla="*/ 542010 w 976018"/>
              <a:gd name="connsiteY61" fmla="*/ 54000 h 412800"/>
              <a:gd name="connsiteX62" fmla="*/ 488010 w 976018"/>
              <a:gd name="connsiteY62" fmla="*/ 108000 h 412800"/>
              <a:gd name="connsiteX63" fmla="*/ 434010 w 976018"/>
              <a:gd name="connsiteY63" fmla="*/ 54000 h 412800"/>
              <a:gd name="connsiteX64" fmla="*/ 488010 w 976018"/>
              <a:gd name="connsiteY64" fmla="*/ 0 h 412800"/>
              <a:gd name="connsiteX65" fmla="*/ 271005 w 976018"/>
              <a:gd name="connsiteY65" fmla="*/ 0 h 412800"/>
              <a:gd name="connsiteX66" fmla="*/ 325005 w 976018"/>
              <a:gd name="connsiteY66" fmla="*/ 54000 h 412800"/>
              <a:gd name="connsiteX67" fmla="*/ 271005 w 976018"/>
              <a:gd name="connsiteY67" fmla="*/ 108000 h 412800"/>
              <a:gd name="connsiteX68" fmla="*/ 217005 w 976018"/>
              <a:gd name="connsiteY68" fmla="*/ 54000 h 412800"/>
              <a:gd name="connsiteX69" fmla="*/ 271005 w 976018"/>
              <a:gd name="connsiteY69" fmla="*/ 0 h 412800"/>
              <a:gd name="connsiteX70" fmla="*/ 54000 w 976018"/>
              <a:gd name="connsiteY70" fmla="*/ 0 h 412800"/>
              <a:gd name="connsiteX71" fmla="*/ 108000 w 976018"/>
              <a:gd name="connsiteY71" fmla="*/ 54000 h 412800"/>
              <a:gd name="connsiteX72" fmla="*/ 54000 w 976018"/>
              <a:gd name="connsiteY72" fmla="*/ 108000 h 412800"/>
              <a:gd name="connsiteX73" fmla="*/ 0 w 976018"/>
              <a:gd name="connsiteY73" fmla="*/ 54000 h 412800"/>
              <a:gd name="connsiteX74" fmla="*/ 54000 w 976018"/>
              <a:gd name="connsiteY74" fmla="*/ 0 h 41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976018" h="412800">
                <a:moveTo>
                  <a:pt x="922018" y="304800"/>
                </a:moveTo>
                <a:cubicBezTo>
                  <a:pt x="951841" y="304800"/>
                  <a:pt x="976018" y="328977"/>
                  <a:pt x="976018" y="358800"/>
                </a:cubicBezTo>
                <a:cubicBezTo>
                  <a:pt x="976018" y="388623"/>
                  <a:pt x="951841" y="412800"/>
                  <a:pt x="922018" y="412800"/>
                </a:cubicBezTo>
                <a:cubicBezTo>
                  <a:pt x="892195" y="412800"/>
                  <a:pt x="868018" y="388623"/>
                  <a:pt x="868018" y="358800"/>
                </a:cubicBezTo>
                <a:cubicBezTo>
                  <a:pt x="868018" y="328977"/>
                  <a:pt x="892195" y="304800"/>
                  <a:pt x="922018" y="304800"/>
                </a:cubicBezTo>
                <a:close/>
                <a:moveTo>
                  <a:pt x="705015" y="304800"/>
                </a:moveTo>
                <a:cubicBezTo>
                  <a:pt x="734838" y="304800"/>
                  <a:pt x="759015" y="328977"/>
                  <a:pt x="759015" y="358800"/>
                </a:cubicBezTo>
                <a:cubicBezTo>
                  <a:pt x="759015" y="388623"/>
                  <a:pt x="734838" y="412800"/>
                  <a:pt x="705015" y="412800"/>
                </a:cubicBezTo>
                <a:cubicBezTo>
                  <a:pt x="675192" y="412800"/>
                  <a:pt x="651015" y="388623"/>
                  <a:pt x="651015" y="358800"/>
                </a:cubicBezTo>
                <a:cubicBezTo>
                  <a:pt x="651015" y="328977"/>
                  <a:pt x="675192" y="304800"/>
                  <a:pt x="705015" y="304800"/>
                </a:cubicBezTo>
                <a:close/>
                <a:moveTo>
                  <a:pt x="488010" y="304800"/>
                </a:moveTo>
                <a:cubicBezTo>
                  <a:pt x="517833" y="304800"/>
                  <a:pt x="542010" y="328977"/>
                  <a:pt x="542010" y="358800"/>
                </a:cubicBezTo>
                <a:cubicBezTo>
                  <a:pt x="542010" y="388623"/>
                  <a:pt x="517833" y="412800"/>
                  <a:pt x="488010" y="412800"/>
                </a:cubicBezTo>
                <a:cubicBezTo>
                  <a:pt x="458187" y="412800"/>
                  <a:pt x="434010" y="388623"/>
                  <a:pt x="434010" y="358800"/>
                </a:cubicBezTo>
                <a:cubicBezTo>
                  <a:pt x="434010" y="328977"/>
                  <a:pt x="458187" y="304800"/>
                  <a:pt x="488010" y="304800"/>
                </a:cubicBezTo>
                <a:close/>
                <a:moveTo>
                  <a:pt x="271005" y="304800"/>
                </a:moveTo>
                <a:cubicBezTo>
                  <a:pt x="300828" y="304800"/>
                  <a:pt x="325005" y="328977"/>
                  <a:pt x="325005" y="358800"/>
                </a:cubicBezTo>
                <a:cubicBezTo>
                  <a:pt x="325005" y="388623"/>
                  <a:pt x="300828" y="412800"/>
                  <a:pt x="271005" y="412800"/>
                </a:cubicBezTo>
                <a:cubicBezTo>
                  <a:pt x="241182" y="412800"/>
                  <a:pt x="217005" y="388623"/>
                  <a:pt x="217005" y="358800"/>
                </a:cubicBezTo>
                <a:cubicBezTo>
                  <a:pt x="217005" y="328977"/>
                  <a:pt x="241182" y="304800"/>
                  <a:pt x="271005" y="304800"/>
                </a:cubicBezTo>
                <a:close/>
                <a:moveTo>
                  <a:pt x="54000" y="304800"/>
                </a:moveTo>
                <a:cubicBezTo>
                  <a:pt x="83823" y="304800"/>
                  <a:pt x="108000" y="328977"/>
                  <a:pt x="108000" y="358800"/>
                </a:cubicBezTo>
                <a:cubicBezTo>
                  <a:pt x="108000" y="388623"/>
                  <a:pt x="83823" y="412800"/>
                  <a:pt x="54000" y="412800"/>
                </a:cubicBezTo>
                <a:cubicBezTo>
                  <a:pt x="24177" y="412800"/>
                  <a:pt x="0" y="388623"/>
                  <a:pt x="0" y="358800"/>
                </a:cubicBezTo>
                <a:cubicBezTo>
                  <a:pt x="0" y="328977"/>
                  <a:pt x="24177" y="304800"/>
                  <a:pt x="54000" y="304800"/>
                </a:cubicBezTo>
                <a:close/>
                <a:moveTo>
                  <a:pt x="922018" y="152400"/>
                </a:moveTo>
                <a:cubicBezTo>
                  <a:pt x="951841" y="152400"/>
                  <a:pt x="976018" y="176577"/>
                  <a:pt x="976018" y="206400"/>
                </a:cubicBezTo>
                <a:cubicBezTo>
                  <a:pt x="976018" y="236223"/>
                  <a:pt x="951841" y="260400"/>
                  <a:pt x="922018" y="260400"/>
                </a:cubicBezTo>
                <a:cubicBezTo>
                  <a:pt x="892195" y="260400"/>
                  <a:pt x="868018" y="236223"/>
                  <a:pt x="868018" y="206400"/>
                </a:cubicBezTo>
                <a:cubicBezTo>
                  <a:pt x="868018" y="176577"/>
                  <a:pt x="892195" y="152400"/>
                  <a:pt x="922018" y="152400"/>
                </a:cubicBezTo>
                <a:close/>
                <a:moveTo>
                  <a:pt x="705015" y="152400"/>
                </a:moveTo>
                <a:cubicBezTo>
                  <a:pt x="734838" y="152400"/>
                  <a:pt x="759015" y="176577"/>
                  <a:pt x="759015" y="206400"/>
                </a:cubicBezTo>
                <a:cubicBezTo>
                  <a:pt x="759015" y="236223"/>
                  <a:pt x="734838" y="260400"/>
                  <a:pt x="705015" y="260400"/>
                </a:cubicBezTo>
                <a:cubicBezTo>
                  <a:pt x="675192" y="260400"/>
                  <a:pt x="651015" y="236223"/>
                  <a:pt x="651015" y="206400"/>
                </a:cubicBezTo>
                <a:cubicBezTo>
                  <a:pt x="651015" y="176577"/>
                  <a:pt x="675192" y="152400"/>
                  <a:pt x="705015" y="152400"/>
                </a:cubicBezTo>
                <a:close/>
                <a:moveTo>
                  <a:pt x="488010" y="152400"/>
                </a:moveTo>
                <a:cubicBezTo>
                  <a:pt x="517833" y="152400"/>
                  <a:pt x="542010" y="176577"/>
                  <a:pt x="542010" y="206400"/>
                </a:cubicBezTo>
                <a:cubicBezTo>
                  <a:pt x="542010" y="236223"/>
                  <a:pt x="517833" y="260400"/>
                  <a:pt x="488010" y="260400"/>
                </a:cubicBezTo>
                <a:cubicBezTo>
                  <a:pt x="458187" y="260400"/>
                  <a:pt x="434010" y="236223"/>
                  <a:pt x="434010" y="206400"/>
                </a:cubicBezTo>
                <a:cubicBezTo>
                  <a:pt x="434010" y="176577"/>
                  <a:pt x="458187" y="152400"/>
                  <a:pt x="488010" y="152400"/>
                </a:cubicBezTo>
                <a:close/>
                <a:moveTo>
                  <a:pt x="271005" y="152400"/>
                </a:moveTo>
                <a:cubicBezTo>
                  <a:pt x="300828" y="152400"/>
                  <a:pt x="325005" y="176577"/>
                  <a:pt x="325005" y="206400"/>
                </a:cubicBezTo>
                <a:cubicBezTo>
                  <a:pt x="325005" y="236223"/>
                  <a:pt x="300828" y="260400"/>
                  <a:pt x="271005" y="260400"/>
                </a:cubicBezTo>
                <a:cubicBezTo>
                  <a:pt x="241182" y="260400"/>
                  <a:pt x="217005" y="236223"/>
                  <a:pt x="217005" y="206400"/>
                </a:cubicBezTo>
                <a:cubicBezTo>
                  <a:pt x="217005" y="176577"/>
                  <a:pt x="241182" y="152400"/>
                  <a:pt x="271005" y="152400"/>
                </a:cubicBezTo>
                <a:close/>
                <a:moveTo>
                  <a:pt x="54000" y="152400"/>
                </a:moveTo>
                <a:cubicBezTo>
                  <a:pt x="83823" y="152400"/>
                  <a:pt x="108000" y="176577"/>
                  <a:pt x="108000" y="206400"/>
                </a:cubicBezTo>
                <a:cubicBezTo>
                  <a:pt x="108000" y="236223"/>
                  <a:pt x="83823" y="260400"/>
                  <a:pt x="54000" y="260400"/>
                </a:cubicBezTo>
                <a:cubicBezTo>
                  <a:pt x="24177" y="260400"/>
                  <a:pt x="0" y="236223"/>
                  <a:pt x="0" y="206400"/>
                </a:cubicBezTo>
                <a:cubicBezTo>
                  <a:pt x="0" y="176577"/>
                  <a:pt x="24177" y="152400"/>
                  <a:pt x="54000" y="152400"/>
                </a:cubicBezTo>
                <a:close/>
                <a:moveTo>
                  <a:pt x="922018" y="0"/>
                </a:moveTo>
                <a:cubicBezTo>
                  <a:pt x="951841" y="0"/>
                  <a:pt x="976018" y="24177"/>
                  <a:pt x="976018" y="54000"/>
                </a:cubicBezTo>
                <a:cubicBezTo>
                  <a:pt x="976018" y="83823"/>
                  <a:pt x="951841" y="108000"/>
                  <a:pt x="922018" y="108000"/>
                </a:cubicBezTo>
                <a:cubicBezTo>
                  <a:pt x="892195" y="108000"/>
                  <a:pt x="868018" y="83823"/>
                  <a:pt x="868018" y="54000"/>
                </a:cubicBezTo>
                <a:cubicBezTo>
                  <a:pt x="868018" y="24177"/>
                  <a:pt x="892195" y="0"/>
                  <a:pt x="922018" y="0"/>
                </a:cubicBezTo>
                <a:close/>
                <a:moveTo>
                  <a:pt x="705015" y="0"/>
                </a:moveTo>
                <a:cubicBezTo>
                  <a:pt x="734838" y="0"/>
                  <a:pt x="759015" y="24177"/>
                  <a:pt x="759015" y="54000"/>
                </a:cubicBezTo>
                <a:cubicBezTo>
                  <a:pt x="759015" y="83823"/>
                  <a:pt x="734838" y="108000"/>
                  <a:pt x="705015" y="108000"/>
                </a:cubicBezTo>
                <a:cubicBezTo>
                  <a:pt x="675192" y="108000"/>
                  <a:pt x="651015" y="83823"/>
                  <a:pt x="651015" y="54000"/>
                </a:cubicBezTo>
                <a:cubicBezTo>
                  <a:pt x="651015" y="24177"/>
                  <a:pt x="675192" y="0"/>
                  <a:pt x="705015" y="0"/>
                </a:cubicBezTo>
                <a:close/>
                <a:moveTo>
                  <a:pt x="488010" y="0"/>
                </a:moveTo>
                <a:cubicBezTo>
                  <a:pt x="517833" y="0"/>
                  <a:pt x="542010" y="24177"/>
                  <a:pt x="542010" y="54000"/>
                </a:cubicBezTo>
                <a:cubicBezTo>
                  <a:pt x="542010" y="83823"/>
                  <a:pt x="517833" y="108000"/>
                  <a:pt x="488010" y="108000"/>
                </a:cubicBezTo>
                <a:cubicBezTo>
                  <a:pt x="458187" y="108000"/>
                  <a:pt x="434010" y="83823"/>
                  <a:pt x="434010" y="54000"/>
                </a:cubicBezTo>
                <a:cubicBezTo>
                  <a:pt x="434010" y="24177"/>
                  <a:pt x="458187" y="0"/>
                  <a:pt x="488010" y="0"/>
                </a:cubicBezTo>
                <a:close/>
                <a:moveTo>
                  <a:pt x="271005" y="0"/>
                </a:moveTo>
                <a:cubicBezTo>
                  <a:pt x="300828" y="0"/>
                  <a:pt x="325005" y="24177"/>
                  <a:pt x="325005" y="54000"/>
                </a:cubicBezTo>
                <a:cubicBezTo>
                  <a:pt x="325005" y="83823"/>
                  <a:pt x="300828" y="108000"/>
                  <a:pt x="271005" y="108000"/>
                </a:cubicBezTo>
                <a:cubicBezTo>
                  <a:pt x="241182" y="108000"/>
                  <a:pt x="217005" y="83823"/>
                  <a:pt x="217005" y="54000"/>
                </a:cubicBezTo>
                <a:cubicBezTo>
                  <a:pt x="217005" y="24177"/>
                  <a:pt x="241182" y="0"/>
                  <a:pt x="271005" y="0"/>
                </a:cubicBezTo>
                <a:close/>
                <a:moveTo>
                  <a:pt x="54000" y="0"/>
                </a:moveTo>
                <a:cubicBezTo>
                  <a:pt x="83823" y="0"/>
                  <a:pt x="108000" y="24177"/>
                  <a:pt x="108000" y="54000"/>
                </a:cubicBezTo>
                <a:cubicBezTo>
                  <a:pt x="108000" y="83823"/>
                  <a:pt x="83823" y="108000"/>
                  <a:pt x="54000" y="108000"/>
                </a:cubicBezTo>
                <a:cubicBezTo>
                  <a:pt x="24177" y="108000"/>
                  <a:pt x="0" y="83823"/>
                  <a:pt x="0" y="54000"/>
                </a:cubicBezTo>
                <a:cubicBezTo>
                  <a:pt x="0" y="24177"/>
                  <a:pt x="24177" y="0"/>
                  <a:pt x="54000"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4" name="图片 3" descr="图片包含 游戏机&#10;&#10;描述已自动生成"/>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44921" y="470011"/>
            <a:ext cx="864507" cy="864507"/>
          </a:xfrm>
          <a:prstGeom prst="rect">
            <a:avLst/>
          </a:prstGeom>
        </p:spPr>
      </p:pic>
      <p:cxnSp>
        <p:nvCxnSpPr>
          <p:cNvPr id="5" name="直接连接符 4"/>
          <p:cNvCxnSpPr/>
          <p:nvPr userDrawn="1"/>
        </p:nvCxnSpPr>
        <p:spPr>
          <a:xfrm>
            <a:off x="1499282" y="1236009"/>
            <a:ext cx="331199"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6" name="图片 5" descr="鱼在游泳&#10;&#10;中度可信度描述已自动生成"/>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4.png"/><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8" Type="http://schemas.openxmlformats.org/officeDocument/2006/relationships/hyperlink" Target="http://www.1ppt.com/xiazai/" TargetMode="External"/><Relationship Id="rId13" Type="http://schemas.openxmlformats.org/officeDocument/2006/relationships/hyperlink" Target="http://www.1ppt.com/kejian/" TargetMode="External"/><Relationship Id="rId18" Type="http://schemas.openxmlformats.org/officeDocument/2006/relationships/image" Target="../media/image18.png"/><Relationship Id="rId3" Type="http://schemas.openxmlformats.org/officeDocument/2006/relationships/hyperlink" Target="http://www.1ppt.com/hangye/" TargetMode="External"/><Relationship Id="rId7" Type="http://schemas.openxmlformats.org/officeDocument/2006/relationships/hyperlink" Target="http://www.1ppt.com/tubiao/" TargetMode="External"/><Relationship Id="rId12" Type="http://schemas.openxmlformats.org/officeDocument/2006/relationships/hyperlink" Target="http://www.1ppt.com/jianli/" TargetMode="External"/><Relationship Id="rId17" Type="http://schemas.openxmlformats.org/officeDocument/2006/relationships/hyperlink" Target="http://www.1ppt.com/ziti/" TargetMode="External"/><Relationship Id="rId2" Type="http://schemas.openxmlformats.org/officeDocument/2006/relationships/hyperlink" Target="http://www.1ppt.com/moban/" TargetMode="External"/><Relationship Id="rId16" Type="http://schemas.openxmlformats.org/officeDocument/2006/relationships/hyperlink" Target="http://www.1ppt.com/jiaoan/" TargetMode="External"/><Relationship Id="rId1" Type="http://schemas.openxmlformats.org/officeDocument/2006/relationships/slideLayout" Target="../slideLayouts/slideLayout6.xml"/><Relationship Id="rId6" Type="http://schemas.openxmlformats.org/officeDocument/2006/relationships/hyperlink" Target="http://www.1ppt.com/beijing/" TargetMode="External"/><Relationship Id="rId11" Type="http://schemas.openxmlformats.org/officeDocument/2006/relationships/hyperlink" Target="http://www.1ppt.com/excel/" TargetMode="External"/><Relationship Id="rId5" Type="http://schemas.openxmlformats.org/officeDocument/2006/relationships/hyperlink" Target="http://www.1ppt.com/sucai/" TargetMode="External"/><Relationship Id="rId15" Type="http://schemas.openxmlformats.org/officeDocument/2006/relationships/hyperlink" Target="http://www.1ppt.com/shiti/" TargetMode="External"/><Relationship Id="rId10" Type="http://schemas.openxmlformats.org/officeDocument/2006/relationships/hyperlink" Target="http://www.1ppt.com/word/" TargetMode="External"/><Relationship Id="rId19" Type="http://schemas.openxmlformats.org/officeDocument/2006/relationships/image" Target="../media/image19.png"/><Relationship Id="rId4" Type="http://schemas.openxmlformats.org/officeDocument/2006/relationships/hyperlink" Target="http://www.1ppt.com/jieri/" TargetMode="External"/><Relationship Id="rId9" Type="http://schemas.openxmlformats.org/officeDocument/2006/relationships/hyperlink" Target="http://www.1ppt.com/powerpoint/" TargetMode="External"/><Relationship Id="rId14" Type="http://schemas.openxmlformats.org/officeDocument/2006/relationships/hyperlink" Target="http://www.1ppt.com/shouchaoba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p:cNvSpPr txBox="1"/>
          <p:nvPr/>
        </p:nvSpPr>
        <p:spPr>
          <a:xfrm>
            <a:off x="10100345" y="460178"/>
            <a:ext cx="1238250" cy="42227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lnSpc>
                <a:spcPct val="130000"/>
              </a:lnSpc>
            </a:pPr>
            <a:r>
              <a:rPr lang="en-US" altLang="zh-CN" sz="1400">
                <a:solidFill>
                  <a:schemeClr val="bg1">
                    <a:alpha val="60000"/>
                  </a:schemeClr>
                </a:solidFill>
                <a:latin typeface="+mn-lt"/>
                <a:ea typeface="+mn-ea"/>
                <a:cs typeface="+mn-ea"/>
                <a:sym typeface="+mn-lt"/>
              </a:rPr>
              <a:t>-</a:t>
            </a:r>
            <a:r>
              <a:rPr lang="zh-CN" altLang="en-US" sz="1400">
                <a:solidFill>
                  <a:schemeClr val="bg1">
                    <a:alpha val="60000"/>
                  </a:schemeClr>
                </a:solidFill>
                <a:latin typeface="+mn-lt"/>
                <a:ea typeface="+mn-ea"/>
                <a:cs typeface="+mn-ea"/>
                <a:sym typeface="+mn-lt"/>
              </a:rPr>
              <a:t>侵权责任</a:t>
            </a:r>
          </a:p>
        </p:txBody>
      </p:sp>
      <p:sp>
        <p:nvSpPr>
          <p:cNvPr id="25" name="标题 1"/>
          <p:cNvSpPr txBox="1"/>
          <p:nvPr/>
        </p:nvSpPr>
        <p:spPr>
          <a:xfrm>
            <a:off x="8741445" y="460178"/>
            <a:ext cx="1238250" cy="42227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lnSpc>
                <a:spcPct val="130000"/>
              </a:lnSpc>
            </a:pPr>
            <a:r>
              <a:rPr lang="en-US" altLang="zh-CN" sz="1400">
                <a:solidFill>
                  <a:schemeClr val="bg1">
                    <a:alpha val="60000"/>
                  </a:schemeClr>
                </a:solidFill>
                <a:latin typeface="+mn-lt"/>
                <a:ea typeface="+mn-ea"/>
                <a:cs typeface="+mn-ea"/>
                <a:sym typeface="+mn-lt"/>
              </a:rPr>
              <a:t>-</a:t>
            </a:r>
            <a:r>
              <a:rPr lang="zh-CN" altLang="en-US" sz="1400">
                <a:solidFill>
                  <a:schemeClr val="bg1">
                    <a:alpha val="60000"/>
                  </a:schemeClr>
                </a:solidFill>
                <a:latin typeface="+mn-lt"/>
                <a:ea typeface="+mn-ea"/>
                <a:cs typeface="+mn-ea"/>
                <a:sym typeface="+mn-lt"/>
              </a:rPr>
              <a:t>婚姻家庭</a:t>
            </a:r>
          </a:p>
        </p:txBody>
      </p:sp>
      <p:sp>
        <p:nvSpPr>
          <p:cNvPr id="26" name="标题 1"/>
          <p:cNvSpPr txBox="1"/>
          <p:nvPr/>
        </p:nvSpPr>
        <p:spPr>
          <a:xfrm>
            <a:off x="7382545" y="460178"/>
            <a:ext cx="1238250" cy="42227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lnSpc>
                <a:spcPct val="130000"/>
              </a:lnSpc>
            </a:pPr>
            <a:r>
              <a:rPr lang="en-US" altLang="zh-CN" sz="1400">
                <a:solidFill>
                  <a:schemeClr val="bg1">
                    <a:alpha val="60000"/>
                  </a:schemeClr>
                </a:solidFill>
                <a:latin typeface="+mn-lt"/>
                <a:ea typeface="+mn-ea"/>
                <a:cs typeface="+mn-ea"/>
                <a:sym typeface="+mn-lt"/>
              </a:rPr>
              <a:t>-</a:t>
            </a:r>
            <a:r>
              <a:rPr lang="zh-CN" altLang="en-US" sz="1400">
                <a:solidFill>
                  <a:schemeClr val="bg1">
                    <a:alpha val="60000"/>
                  </a:schemeClr>
                </a:solidFill>
                <a:latin typeface="+mn-lt"/>
                <a:ea typeface="+mn-ea"/>
                <a:cs typeface="+mn-ea"/>
                <a:sym typeface="+mn-lt"/>
              </a:rPr>
              <a:t>保证实施</a:t>
            </a:r>
          </a:p>
        </p:txBody>
      </p:sp>
      <p:sp>
        <p:nvSpPr>
          <p:cNvPr id="27" name="标题 1"/>
          <p:cNvSpPr txBox="1"/>
          <p:nvPr/>
        </p:nvSpPr>
        <p:spPr>
          <a:xfrm>
            <a:off x="6023645" y="460178"/>
            <a:ext cx="1238250" cy="42227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lnSpc>
                <a:spcPct val="130000"/>
              </a:lnSpc>
            </a:pPr>
            <a:r>
              <a:rPr lang="en-US" altLang="zh-CN" sz="1400">
                <a:solidFill>
                  <a:schemeClr val="bg1"/>
                </a:solidFill>
                <a:latin typeface="+mn-lt"/>
                <a:ea typeface="+mn-ea"/>
                <a:cs typeface="+mn-ea"/>
                <a:sym typeface="+mn-lt"/>
              </a:rPr>
              <a:t>-</a:t>
            </a:r>
            <a:r>
              <a:rPr lang="zh-CN" altLang="en-US" sz="1400">
                <a:solidFill>
                  <a:schemeClr val="bg1"/>
                </a:solidFill>
                <a:latin typeface="+mn-lt"/>
                <a:ea typeface="+mn-ea"/>
                <a:cs typeface="+mn-ea"/>
                <a:sym typeface="+mn-lt"/>
              </a:rPr>
              <a:t>保护我们</a:t>
            </a:r>
          </a:p>
        </p:txBody>
      </p:sp>
      <p:sp>
        <p:nvSpPr>
          <p:cNvPr id="44" name="文本框 43"/>
          <p:cNvSpPr txBox="1"/>
          <p:nvPr/>
        </p:nvSpPr>
        <p:spPr>
          <a:xfrm>
            <a:off x="6243067" y="4737067"/>
            <a:ext cx="4407110" cy="478529"/>
          </a:xfrm>
          <a:prstGeom prst="rect">
            <a:avLst/>
          </a:prstGeom>
          <a:noFill/>
        </p:spPr>
        <p:txBody>
          <a:bodyPr wrap="square" rtlCol="0" anchor="t">
            <a:spAutoFit/>
          </a:bodyPr>
          <a:lstStyle/>
          <a:p>
            <a:pPr algn="ctr">
              <a:lnSpc>
                <a:spcPct val="130000"/>
              </a:lnSpc>
            </a:pPr>
            <a:r>
              <a:rPr lang="zh-CN" altLang="en-US" sz="1000">
                <a:solidFill>
                  <a:schemeClr val="bg1"/>
                </a:solidFill>
                <a:cs typeface="+mn-ea"/>
                <a:sym typeface="+mn-lt"/>
              </a:rPr>
              <a:t>民法典第二十条规定，不满八周岁的未成年人为无民事行为能力人，由其法定代理人代理实施民事法律行为。因此八周岁以下“打赏”</a:t>
            </a:r>
          </a:p>
        </p:txBody>
      </p:sp>
      <p:pic>
        <p:nvPicPr>
          <p:cNvPr id="8" name="图片 7"/>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33200" y="2657996"/>
            <a:ext cx="2659212" cy="3778881"/>
          </a:xfrm>
          <a:prstGeom prst="rect">
            <a:avLst/>
          </a:prstGeom>
        </p:spPr>
      </p:pic>
      <p:grpSp>
        <p:nvGrpSpPr>
          <p:cNvPr id="2" name="组合 1"/>
          <p:cNvGrpSpPr/>
          <p:nvPr/>
        </p:nvGrpSpPr>
        <p:grpSpPr>
          <a:xfrm>
            <a:off x="5623491" y="1575817"/>
            <a:ext cx="5646263" cy="3139122"/>
            <a:chOff x="5797663" y="1575817"/>
            <a:chExt cx="5646263" cy="3139122"/>
          </a:xfrm>
        </p:grpSpPr>
        <p:sp>
          <p:nvSpPr>
            <p:cNvPr id="48" name="椭圆 47"/>
            <p:cNvSpPr/>
            <p:nvPr/>
          </p:nvSpPr>
          <p:spPr>
            <a:xfrm>
              <a:off x="5912386" y="4300731"/>
              <a:ext cx="360000" cy="360000"/>
            </a:xfrm>
            <a:prstGeom prst="ellipse">
              <a:avLst/>
            </a:prstGeom>
            <a:noFill/>
            <a:ln>
              <a:gradFill>
                <a:gsLst>
                  <a:gs pos="0">
                    <a:schemeClr val="accent1">
                      <a:lumMod val="5000"/>
                      <a:lumOff val="95000"/>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综艺体简" panose="02010609000101010101" pitchFamily="49" charset="-122"/>
                <a:ea typeface="汉仪综艺体简" panose="02010609000101010101" pitchFamily="49" charset="-122"/>
              </a:endParaRPr>
            </a:p>
          </p:txBody>
        </p:sp>
        <p:sp>
          <p:nvSpPr>
            <p:cNvPr id="49" name="椭圆 48"/>
            <p:cNvSpPr/>
            <p:nvPr/>
          </p:nvSpPr>
          <p:spPr>
            <a:xfrm>
              <a:off x="10989646" y="1842051"/>
              <a:ext cx="360000" cy="360000"/>
            </a:xfrm>
            <a:prstGeom prst="ellipse">
              <a:avLst/>
            </a:prstGeom>
            <a:noFill/>
            <a:ln>
              <a:gradFill>
                <a:gsLst>
                  <a:gs pos="0">
                    <a:schemeClr val="accent1">
                      <a:lumMod val="5000"/>
                      <a:lumOff val="95000"/>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综艺体简" panose="02010609000101010101" pitchFamily="49" charset="-122"/>
                <a:ea typeface="汉仪综艺体简" panose="02010609000101010101" pitchFamily="49" charset="-122"/>
              </a:endParaRPr>
            </a:p>
          </p:txBody>
        </p:sp>
        <p:sp>
          <p:nvSpPr>
            <p:cNvPr id="9" name="文本框 8"/>
            <p:cNvSpPr txBox="1"/>
            <p:nvPr/>
          </p:nvSpPr>
          <p:spPr>
            <a:xfrm>
              <a:off x="5797663" y="3006779"/>
              <a:ext cx="5646261" cy="1708160"/>
            </a:xfrm>
            <a:prstGeom prst="rect">
              <a:avLst/>
            </a:prstGeom>
            <a:noFill/>
          </p:spPr>
          <p:txBody>
            <a:bodyPr wrap="square" rtlCol="0">
              <a:spAutoFit/>
            </a:bodyPr>
            <a:lstStyle/>
            <a:p>
              <a:pPr algn="dist"/>
              <a:r>
                <a:rPr lang="zh-CN" altLang="en-US" sz="10500" dirty="0">
                  <a:solidFill>
                    <a:schemeClr val="bg1"/>
                  </a:solidFill>
                  <a:effectLst>
                    <a:outerShdw blurRad="50800" dist="50800" dir="5400000" algn="ctr" rotWithShape="0">
                      <a:srgbClr val="000000">
                        <a:alpha val="20000"/>
                      </a:srgbClr>
                    </a:outerShdw>
                  </a:effectLst>
                  <a:latin typeface="汉仪综艺体简" panose="02010609000101010101" pitchFamily="49" charset="-122"/>
                  <a:ea typeface="汉仪综艺体简" panose="02010609000101010101" pitchFamily="49" charset="-122"/>
                </a:rPr>
                <a:t>护航成</a:t>
              </a:r>
              <a:r>
                <a:rPr lang="zh-CN" altLang="en-US" sz="10500" dirty="0">
                  <a:gradFill>
                    <a:gsLst>
                      <a:gs pos="37000">
                        <a:schemeClr val="bg1"/>
                      </a:gs>
                      <a:gs pos="77000">
                        <a:schemeClr val="accent1"/>
                      </a:gs>
                    </a:gsLst>
                    <a:lin ang="5400000" scaled="0"/>
                  </a:gradFill>
                  <a:effectLst>
                    <a:outerShdw blurRad="50800" dist="50800" dir="5400000" algn="ctr" rotWithShape="0">
                      <a:srgbClr val="000000">
                        <a:alpha val="20000"/>
                      </a:srgbClr>
                    </a:outerShdw>
                  </a:effectLst>
                  <a:latin typeface="汉仪综艺体简" panose="02010609000101010101" pitchFamily="49" charset="-122"/>
                  <a:ea typeface="汉仪综艺体简" panose="02010609000101010101" pitchFamily="49" charset="-122"/>
                </a:rPr>
                <a:t>长</a:t>
              </a:r>
            </a:p>
          </p:txBody>
        </p:sp>
        <p:sp>
          <p:nvSpPr>
            <p:cNvPr id="11" name="文本框 10"/>
            <p:cNvSpPr txBox="1"/>
            <p:nvPr/>
          </p:nvSpPr>
          <p:spPr>
            <a:xfrm>
              <a:off x="5797664" y="1575817"/>
              <a:ext cx="5646262" cy="1708160"/>
            </a:xfrm>
            <a:prstGeom prst="rect">
              <a:avLst/>
            </a:prstGeom>
            <a:noFill/>
          </p:spPr>
          <p:txBody>
            <a:bodyPr wrap="square" rtlCol="0">
              <a:spAutoFit/>
            </a:bodyPr>
            <a:lstStyle/>
            <a:p>
              <a:pPr algn="dist"/>
              <a:r>
                <a:rPr lang="zh-CN" altLang="en-US" sz="10500" dirty="0">
                  <a:solidFill>
                    <a:schemeClr val="bg1"/>
                  </a:solidFill>
                  <a:effectLst>
                    <a:outerShdw blurRad="50800" dist="50800" dir="5400000" algn="ctr" rotWithShape="0">
                      <a:srgbClr val="000000">
                        <a:alpha val="20000"/>
                      </a:srgbClr>
                    </a:outerShdw>
                  </a:effectLst>
                  <a:latin typeface="汉仪综艺体简" panose="02010609000101010101" pitchFamily="49" charset="-122"/>
                  <a:ea typeface="汉仪综艺体简" panose="02010609000101010101" pitchFamily="49" charset="-122"/>
                </a:rPr>
                <a:t>典</a:t>
              </a:r>
              <a:r>
                <a:rPr lang="zh-CN" altLang="en-US" sz="10500" dirty="0">
                  <a:gradFill>
                    <a:gsLst>
                      <a:gs pos="37000">
                        <a:schemeClr val="bg1"/>
                      </a:gs>
                      <a:gs pos="77000">
                        <a:schemeClr val="accent1"/>
                      </a:gs>
                    </a:gsLst>
                    <a:lin ang="5400000" scaled="0"/>
                  </a:gradFill>
                  <a:effectLst>
                    <a:outerShdw blurRad="50800" dist="50800" dir="5400000" algn="ctr" rotWithShape="0">
                      <a:srgbClr val="000000">
                        <a:alpha val="20000"/>
                      </a:srgbClr>
                    </a:outerShdw>
                  </a:effectLst>
                  <a:latin typeface="汉仪综艺体简" panose="02010609000101010101" pitchFamily="49" charset="-122"/>
                  <a:ea typeface="汉仪综艺体简" panose="02010609000101010101" pitchFamily="49" charset="-122"/>
                </a:rPr>
                <a:t>亮</a:t>
              </a:r>
              <a:r>
                <a:rPr lang="zh-CN" altLang="en-US" sz="10500" dirty="0">
                  <a:solidFill>
                    <a:schemeClr val="bg1"/>
                  </a:solidFill>
                  <a:effectLst>
                    <a:outerShdw blurRad="50800" dist="50800" dir="5400000" algn="ctr" rotWithShape="0">
                      <a:srgbClr val="000000">
                        <a:alpha val="20000"/>
                      </a:srgbClr>
                    </a:outerShdw>
                  </a:effectLst>
                  <a:latin typeface="汉仪综艺体简" panose="02010609000101010101" pitchFamily="49" charset="-122"/>
                  <a:ea typeface="汉仪综艺体简" panose="02010609000101010101" pitchFamily="49" charset="-122"/>
                </a:rPr>
                <a:t>青春</a:t>
              </a:r>
            </a:p>
          </p:txBody>
        </p:sp>
      </p:grpSp>
      <p:sp>
        <p:nvSpPr>
          <p:cNvPr id="12" name="文本框 11"/>
          <p:cNvSpPr txBox="1"/>
          <p:nvPr/>
        </p:nvSpPr>
        <p:spPr>
          <a:xfrm>
            <a:off x="6777542" y="1391151"/>
            <a:ext cx="3338161" cy="369332"/>
          </a:xfrm>
          <a:prstGeom prst="rect">
            <a:avLst/>
          </a:prstGeom>
          <a:noFill/>
        </p:spPr>
        <p:txBody>
          <a:bodyPr wrap="square" rtlCol="0">
            <a:spAutoFit/>
          </a:bodyPr>
          <a:lstStyle/>
          <a:p>
            <a:pPr algn="dist"/>
            <a:r>
              <a:rPr lang="zh-CN" altLang="en-US" dirty="0">
                <a:solidFill>
                  <a:schemeClr val="bg1"/>
                </a:solidFill>
                <a:latin typeface="+mj-ea"/>
                <a:ea typeface="+mj-ea"/>
              </a:rPr>
              <a:t>“民法典进校园”主题宣讲</a:t>
            </a:r>
          </a:p>
        </p:txBody>
      </p:sp>
      <p:grpSp>
        <p:nvGrpSpPr>
          <p:cNvPr id="18" name="组合 17"/>
          <p:cNvGrpSpPr/>
          <p:nvPr/>
        </p:nvGrpSpPr>
        <p:grpSpPr>
          <a:xfrm>
            <a:off x="6831113" y="5576146"/>
            <a:ext cx="3231018" cy="396000"/>
            <a:chOff x="7267823" y="5592564"/>
            <a:chExt cx="3231018" cy="432000"/>
          </a:xfrm>
        </p:grpSpPr>
        <p:sp>
          <p:nvSpPr>
            <p:cNvPr id="14" name="矩形: 圆角 10"/>
            <p:cNvSpPr/>
            <p:nvPr/>
          </p:nvSpPr>
          <p:spPr>
            <a:xfrm>
              <a:off x="7267823" y="5592564"/>
              <a:ext cx="1460029" cy="432000"/>
            </a:xfrm>
            <a:prstGeom prst="roundRect">
              <a:avLst>
                <a:gd name="adj" fmla="val 50000"/>
              </a:avLst>
            </a:prstGeom>
            <a:noFill/>
            <a:ln w="12700">
              <a:solidFill>
                <a:schemeClr val="bg1"/>
              </a:solidFill>
              <a:round/>
            </a:ln>
            <a:effectLst/>
          </p:spPr>
          <p:txBody>
            <a:bodyPr vert="horz" wrap="square" lIns="91440" tIns="45720" rIns="91440" bIns="45720" numCol="1" anchor="ctr" anchorCtr="0" compatLnSpc="1"/>
            <a:lstStyle/>
            <a:p>
              <a:pPr algn="ctr"/>
              <a:r>
                <a:rPr lang="zh-CN" altLang="en-US" sz="1200">
                  <a:solidFill>
                    <a:schemeClr val="bg1"/>
                  </a:solidFill>
                  <a:latin typeface="+mj-lt"/>
                </a:rPr>
                <a:t>部门：宣传部</a:t>
              </a:r>
            </a:p>
          </p:txBody>
        </p:sp>
        <p:sp>
          <p:nvSpPr>
            <p:cNvPr id="16" name="矩形: 圆角 11"/>
            <p:cNvSpPr/>
            <p:nvPr/>
          </p:nvSpPr>
          <p:spPr>
            <a:xfrm>
              <a:off x="8872779" y="5592564"/>
              <a:ext cx="1626062" cy="432000"/>
            </a:xfrm>
            <a:prstGeom prst="roundRect">
              <a:avLst>
                <a:gd name="adj" fmla="val 50000"/>
              </a:avLst>
            </a:prstGeom>
            <a:noFill/>
            <a:ln w="12700">
              <a:solidFill>
                <a:schemeClr val="bg1"/>
              </a:solidFill>
              <a:round/>
            </a:ln>
            <a:effectLst/>
          </p:spPr>
          <p:txBody>
            <a:bodyPr vert="horz" wrap="square" lIns="91440" tIns="45720" rIns="91440" bIns="45720" numCol="1" anchor="ctr" anchorCtr="0" compatLnSpc="1"/>
            <a:lstStyle/>
            <a:p>
              <a:pPr algn="ctr"/>
              <a:r>
                <a:rPr lang="zh-CN" altLang="en-US" sz="1200" dirty="0">
                  <a:solidFill>
                    <a:schemeClr val="bg1"/>
                  </a:solidFill>
                  <a:latin typeface="+mj-lt"/>
                </a:rPr>
                <a:t>汇报人：第一</a:t>
              </a:r>
              <a:r>
                <a:rPr lang="en-US" altLang="zh-CN" sz="1200" dirty="0">
                  <a:solidFill>
                    <a:schemeClr val="bg1"/>
                  </a:solidFill>
                  <a:latin typeface="+mj-lt"/>
                </a:rPr>
                <a:t>PPT</a:t>
              </a:r>
              <a:r>
                <a:rPr lang="zh-CN" altLang="en-US" sz="1200" dirty="0">
                  <a:solidFill>
                    <a:schemeClr val="bg1"/>
                  </a:solidFill>
                  <a:latin typeface="+mj-lt"/>
                </a:rPr>
                <a:t> </a:t>
              </a:r>
            </a:p>
          </p:txBody>
        </p:sp>
      </p:grpSp>
      <p:sp>
        <p:nvSpPr>
          <p:cNvPr id="20" name="任意多边形: 形状 19"/>
          <p:cNvSpPr/>
          <p:nvPr/>
        </p:nvSpPr>
        <p:spPr bwMode="auto">
          <a:xfrm flipH="1">
            <a:off x="584374" y="444962"/>
            <a:ext cx="254041" cy="778701"/>
          </a:xfrm>
          <a:custGeom>
            <a:avLst/>
            <a:gdLst>
              <a:gd name="connsiteX0" fmla="*/ 23020 w 349157"/>
              <a:gd name="connsiteY0" fmla="*/ 935063 h 1070256"/>
              <a:gd name="connsiteX1" fmla="*/ 39355 w 349157"/>
              <a:gd name="connsiteY1" fmla="*/ 941823 h 1070256"/>
              <a:gd name="connsiteX2" fmla="*/ 49751 w 349157"/>
              <a:gd name="connsiteY2" fmla="*/ 952338 h 1070256"/>
              <a:gd name="connsiteX3" fmla="*/ 82423 w 349157"/>
              <a:gd name="connsiteY3" fmla="*/ 952338 h 1070256"/>
              <a:gd name="connsiteX4" fmla="*/ 94304 w 349157"/>
              <a:gd name="connsiteY4" fmla="*/ 941823 h 1070256"/>
              <a:gd name="connsiteX5" fmla="*/ 110640 w 349157"/>
              <a:gd name="connsiteY5" fmla="*/ 935063 h 1070256"/>
              <a:gd name="connsiteX6" fmla="*/ 126976 w 349157"/>
              <a:gd name="connsiteY6" fmla="*/ 941823 h 1070256"/>
              <a:gd name="connsiteX7" fmla="*/ 126976 w 349157"/>
              <a:gd name="connsiteY7" fmla="*/ 974870 h 1070256"/>
              <a:gd name="connsiteX8" fmla="*/ 115095 w 349157"/>
              <a:gd name="connsiteY8" fmla="*/ 985385 h 1070256"/>
              <a:gd name="connsiteX9" fmla="*/ 115095 w 349157"/>
              <a:gd name="connsiteY9" fmla="*/ 1018433 h 1070256"/>
              <a:gd name="connsiteX10" fmla="*/ 126976 w 349157"/>
              <a:gd name="connsiteY10" fmla="*/ 1030450 h 1070256"/>
              <a:gd name="connsiteX11" fmla="*/ 126976 w 349157"/>
              <a:gd name="connsiteY11" fmla="*/ 1063497 h 1070256"/>
              <a:gd name="connsiteX12" fmla="*/ 94304 w 349157"/>
              <a:gd name="connsiteY12" fmla="*/ 1063497 h 1070256"/>
              <a:gd name="connsiteX13" fmla="*/ 82423 w 349157"/>
              <a:gd name="connsiteY13" fmla="*/ 1051480 h 1070256"/>
              <a:gd name="connsiteX14" fmla="*/ 49751 w 349157"/>
              <a:gd name="connsiteY14" fmla="*/ 1051480 h 1070256"/>
              <a:gd name="connsiteX15" fmla="*/ 39355 w 349157"/>
              <a:gd name="connsiteY15" fmla="*/ 1063497 h 1070256"/>
              <a:gd name="connsiteX16" fmla="*/ 6684 w 349157"/>
              <a:gd name="connsiteY16" fmla="*/ 1063497 h 1070256"/>
              <a:gd name="connsiteX17" fmla="*/ 6684 w 349157"/>
              <a:gd name="connsiteY17" fmla="*/ 1030450 h 1070256"/>
              <a:gd name="connsiteX18" fmla="*/ 17079 w 349157"/>
              <a:gd name="connsiteY18" fmla="*/ 1018433 h 1070256"/>
              <a:gd name="connsiteX19" fmla="*/ 17079 w 349157"/>
              <a:gd name="connsiteY19" fmla="*/ 985385 h 1070256"/>
              <a:gd name="connsiteX20" fmla="*/ 6684 w 349157"/>
              <a:gd name="connsiteY20" fmla="*/ 974870 h 1070256"/>
              <a:gd name="connsiteX21" fmla="*/ 6684 w 349157"/>
              <a:gd name="connsiteY21" fmla="*/ 941823 h 1070256"/>
              <a:gd name="connsiteX22" fmla="*/ 23020 w 349157"/>
              <a:gd name="connsiteY22" fmla="*/ 935063 h 1070256"/>
              <a:gd name="connsiteX23" fmla="*/ 237623 w 349157"/>
              <a:gd name="connsiteY23" fmla="*/ 801713 h 1070256"/>
              <a:gd name="connsiteX24" fmla="*/ 254146 w 349157"/>
              <a:gd name="connsiteY24" fmla="*/ 808473 h 1070256"/>
              <a:gd name="connsiteX25" fmla="*/ 264661 w 349157"/>
              <a:gd name="connsiteY25" fmla="*/ 818988 h 1070256"/>
              <a:gd name="connsiteX26" fmla="*/ 297709 w 349157"/>
              <a:gd name="connsiteY26" fmla="*/ 818988 h 1070256"/>
              <a:gd name="connsiteX27" fmla="*/ 309726 w 349157"/>
              <a:gd name="connsiteY27" fmla="*/ 808473 h 1070256"/>
              <a:gd name="connsiteX28" fmla="*/ 341271 w 349157"/>
              <a:gd name="connsiteY28" fmla="*/ 808473 h 1070256"/>
              <a:gd name="connsiteX29" fmla="*/ 341271 w 349157"/>
              <a:gd name="connsiteY29" fmla="*/ 841520 h 1070256"/>
              <a:gd name="connsiteX30" fmla="*/ 330756 w 349157"/>
              <a:gd name="connsiteY30" fmla="*/ 852035 h 1070256"/>
              <a:gd name="connsiteX31" fmla="*/ 330756 w 349157"/>
              <a:gd name="connsiteY31" fmla="*/ 885083 h 1070256"/>
              <a:gd name="connsiteX32" fmla="*/ 341271 w 349157"/>
              <a:gd name="connsiteY32" fmla="*/ 897100 h 1070256"/>
              <a:gd name="connsiteX33" fmla="*/ 341271 w 349157"/>
              <a:gd name="connsiteY33" fmla="*/ 928645 h 1070256"/>
              <a:gd name="connsiteX34" fmla="*/ 309726 w 349157"/>
              <a:gd name="connsiteY34" fmla="*/ 928645 h 1070256"/>
              <a:gd name="connsiteX35" fmla="*/ 297709 w 349157"/>
              <a:gd name="connsiteY35" fmla="*/ 918130 h 1070256"/>
              <a:gd name="connsiteX36" fmla="*/ 264661 w 349157"/>
              <a:gd name="connsiteY36" fmla="*/ 918130 h 1070256"/>
              <a:gd name="connsiteX37" fmla="*/ 254146 w 349157"/>
              <a:gd name="connsiteY37" fmla="*/ 928645 h 1070256"/>
              <a:gd name="connsiteX38" fmla="*/ 221099 w 349157"/>
              <a:gd name="connsiteY38" fmla="*/ 928645 h 1070256"/>
              <a:gd name="connsiteX39" fmla="*/ 221099 w 349157"/>
              <a:gd name="connsiteY39" fmla="*/ 897100 h 1070256"/>
              <a:gd name="connsiteX40" fmla="*/ 231614 w 349157"/>
              <a:gd name="connsiteY40" fmla="*/ 885083 h 1070256"/>
              <a:gd name="connsiteX41" fmla="*/ 231614 w 349157"/>
              <a:gd name="connsiteY41" fmla="*/ 852035 h 1070256"/>
              <a:gd name="connsiteX42" fmla="*/ 221099 w 349157"/>
              <a:gd name="connsiteY42" fmla="*/ 841520 h 1070256"/>
              <a:gd name="connsiteX43" fmla="*/ 221099 w 349157"/>
              <a:gd name="connsiteY43" fmla="*/ 808473 h 1070256"/>
              <a:gd name="connsiteX44" fmla="*/ 237623 w 349157"/>
              <a:gd name="connsiteY44" fmla="*/ 801713 h 1070256"/>
              <a:gd name="connsiteX45" fmla="*/ 23020 w 349157"/>
              <a:gd name="connsiteY45" fmla="*/ 666775 h 1070256"/>
              <a:gd name="connsiteX46" fmla="*/ 39355 w 349157"/>
              <a:gd name="connsiteY46" fmla="*/ 673535 h 1070256"/>
              <a:gd name="connsiteX47" fmla="*/ 49751 w 349157"/>
              <a:gd name="connsiteY47" fmla="*/ 685552 h 1070256"/>
              <a:gd name="connsiteX48" fmla="*/ 82423 w 349157"/>
              <a:gd name="connsiteY48" fmla="*/ 685552 h 1070256"/>
              <a:gd name="connsiteX49" fmla="*/ 94304 w 349157"/>
              <a:gd name="connsiteY49" fmla="*/ 673535 h 1070256"/>
              <a:gd name="connsiteX50" fmla="*/ 126976 w 349157"/>
              <a:gd name="connsiteY50" fmla="*/ 673535 h 1070256"/>
              <a:gd name="connsiteX51" fmla="*/ 126976 w 349157"/>
              <a:gd name="connsiteY51" fmla="*/ 706582 h 1070256"/>
              <a:gd name="connsiteX52" fmla="*/ 115095 w 349157"/>
              <a:gd name="connsiteY52" fmla="*/ 718599 h 1070256"/>
              <a:gd name="connsiteX53" fmla="*/ 115095 w 349157"/>
              <a:gd name="connsiteY53" fmla="*/ 751647 h 1070256"/>
              <a:gd name="connsiteX54" fmla="*/ 126976 w 349157"/>
              <a:gd name="connsiteY54" fmla="*/ 762162 h 1070256"/>
              <a:gd name="connsiteX55" fmla="*/ 126976 w 349157"/>
              <a:gd name="connsiteY55" fmla="*/ 795209 h 1070256"/>
              <a:gd name="connsiteX56" fmla="*/ 94304 w 349157"/>
              <a:gd name="connsiteY56" fmla="*/ 795209 h 1070256"/>
              <a:gd name="connsiteX57" fmla="*/ 82423 w 349157"/>
              <a:gd name="connsiteY57" fmla="*/ 784694 h 1070256"/>
              <a:gd name="connsiteX58" fmla="*/ 49751 w 349157"/>
              <a:gd name="connsiteY58" fmla="*/ 784694 h 1070256"/>
              <a:gd name="connsiteX59" fmla="*/ 39355 w 349157"/>
              <a:gd name="connsiteY59" fmla="*/ 795209 h 1070256"/>
              <a:gd name="connsiteX60" fmla="*/ 6684 w 349157"/>
              <a:gd name="connsiteY60" fmla="*/ 795209 h 1070256"/>
              <a:gd name="connsiteX61" fmla="*/ 6684 w 349157"/>
              <a:gd name="connsiteY61" fmla="*/ 762162 h 1070256"/>
              <a:gd name="connsiteX62" fmla="*/ 17079 w 349157"/>
              <a:gd name="connsiteY62" fmla="*/ 751647 h 1070256"/>
              <a:gd name="connsiteX63" fmla="*/ 17079 w 349157"/>
              <a:gd name="connsiteY63" fmla="*/ 718599 h 1070256"/>
              <a:gd name="connsiteX64" fmla="*/ 6684 w 349157"/>
              <a:gd name="connsiteY64" fmla="*/ 706582 h 1070256"/>
              <a:gd name="connsiteX65" fmla="*/ 6684 w 349157"/>
              <a:gd name="connsiteY65" fmla="*/ 673535 h 1070256"/>
              <a:gd name="connsiteX66" fmla="*/ 23020 w 349157"/>
              <a:gd name="connsiteY66" fmla="*/ 666775 h 1070256"/>
              <a:gd name="connsiteX67" fmla="*/ 237623 w 349157"/>
              <a:gd name="connsiteY67" fmla="*/ 533425 h 1070256"/>
              <a:gd name="connsiteX68" fmla="*/ 254146 w 349157"/>
              <a:gd name="connsiteY68" fmla="*/ 540185 h 1070256"/>
              <a:gd name="connsiteX69" fmla="*/ 264661 w 349157"/>
              <a:gd name="connsiteY69" fmla="*/ 552202 h 1070256"/>
              <a:gd name="connsiteX70" fmla="*/ 297709 w 349157"/>
              <a:gd name="connsiteY70" fmla="*/ 552202 h 1070256"/>
              <a:gd name="connsiteX71" fmla="*/ 309726 w 349157"/>
              <a:gd name="connsiteY71" fmla="*/ 540185 h 1070256"/>
              <a:gd name="connsiteX72" fmla="*/ 341271 w 349157"/>
              <a:gd name="connsiteY72" fmla="*/ 540185 h 1070256"/>
              <a:gd name="connsiteX73" fmla="*/ 341271 w 349157"/>
              <a:gd name="connsiteY73" fmla="*/ 573232 h 1070256"/>
              <a:gd name="connsiteX74" fmla="*/ 330756 w 349157"/>
              <a:gd name="connsiteY74" fmla="*/ 585249 h 1070256"/>
              <a:gd name="connsiteX75" fmla="*/ 330756 w 349157"/>
              <a:gd name="connsiteY75" fmla="*/ 618297 h 1070256"/>
              <a:gd name="connsiteX76" fmla="*/ 341271 w 349157"/>
              <a:gd name="connsiteY76" fmla="*/ 628812 h 1070256"/>
              <a:gd name="connsiteX77" fmla="*/ 341271 w 349157"/>
              <a:gd name="connsiteY77" fmla="*/ 661859 h 1070256"/>
              <a:gd name="connsiteX78" fmla="*/ 309726 w 349157"/>
              <a:gd name="connsiteY78" fmla="*/ 661859 h 1070256"/>
              <a:gd name="connsiteX79" fmla="*/ 297709 w 349157"/>
              <a:gd name="connsiteY79" fmla="*/ 649842 h 1070256"/>
              <a:gd name="connsiteX80" fmla="*/ 264661 w 349157"/>
              <a:gd name="connsiteY80" fmla="*/ 649842 h 1070256"/>
              <a:gd name="connsiteX81" fmla="*/ 254146 w 349157"/>
              <a:gd name="connsiteY81" fmla="*/ 661859 h 1070256"/>
              <a:gd name="connsiteX82" fmla="*/ 221099 w 349157"/>
              <a:gd name="connsiteY82" fmla="*/ 661859 h 1070256"/>
              <a:gd name="connsiteX83" fmla="*/ 221099 w 349157"/>
              <a:gd name="connsiteY83" fmla="*/ 628812 h 1070256"/>
              <a:gd name="connsiteX84" fmla="*/ 231614 w 349157"/>
              <a:gd name="connsiteY84" fmla="*/ 618297 h 1070256"/>
              <a:gd name="connsiteX85" fmla="*/ 231614 w 349157"/>
              <a:gd name="connsiteY85" fmla="*/ 585249 h 1070256"/>
              <a:gd name="connsiteX86" fmla="*/ 221099 w 349157"/>
              <a:gd name="connsiteY86" fmla="*/ 573232 h 1070256"/>
              <a:gd name="connsiteX87" fmla="*/ 221099 w 349157"/>
              <a:gd name="connsiteY87" fmla="*/ 540185 h 1070256"/>
              <a:gd name="connsiteX88" fmla="*/ 237623 w 349157"/>
              <a:gd name="connsiteY88" fmla="*/ 533425 h 1070256"/>
              <a:gd name="connsiteX89" fmla="*/ 110640 w 349157"/>
              <a:gd name="connsiteY89" fmla="*/ 400075 h 1070256"/>
              <a:gd name="connsiteX90" fmla="*/ 126976 w 349157"/>
              <a:gd name="connsiteY90" fmla="*/ 406835 h 1070256"/>
              <a:gd name="connsiteX91" fmla="*/ 126976 w 349157"/>
              <a:gd name="connsiteY91" fmla="*/ 439882 h 1070256"/>
              <a:gd name="connsiteX92" fmla="*/ 115095 w 349157"/>
              <a:gd name="connsiteY92" fmla="*/ 450397 h 1070256"/>
              <a:gd name="connsiteX93" fmla="*/ 115095 w 349157"/>
              <a:gd name="connsiteY93" fmla="*/ 483445 h 1070256"/>
              <a:gd name="connsiteX94" fmla="*/ 126976 w 349157"/>
              <a:gd name="connsiteY94" fmla="*/ 495462 h 1070256"/>
              <a:gd name="connsiteX95" fmla="*/ 126976 w 349157"/>
              <a:gd name="connsiteY95" fmla="*/ 528509 h 1070256"/>
              <a:gd name="connsiteX96" fmla="*/ 94304 w 349157"/>
              <a:gd name="connsiteY96" fmla="*/ 528509 h 1070256"/>
              <a:gd name="connsiteX97" fmla="*/ 82423 w 349157"/>
              <a:gd name="connsiteY97" fmla="*/ 516492 h 1070256"/>
              <a:gd name="connsiteX98" fmla="*/ 49751 w 349157"/>
              <a:gd name="connsiteY98" fmla="*/ 516492 h 1070256"/>
              <a:gd name="connsiteX99" fmla="*/ 39355 w 349157"/>
              <a:gd name="connsiteY99" fmla="*/ 528509 h 1070256"/>
              <a:gd name="connsiteX100" fmla="*/ 6684 w 349157"/>
              <a:gd name="connsiteY100" fmla="*/ 528509 h 1070256"/>
              <a:gd name="connsiteX101" fmla="*/ 6684 w 349157"/>
              <a:gd name="connsiteY101" fmla="*/ 495462 h 1070256"/>
              <a:gd name="connsiteX102" fmla="*/ 17079 w 349157"/>
              <a:gd name="connsiteY102" fmla="*/ 483445 h 1070256"/>
              <a:gd name="connsiteX103" fmla="*/ 17079 w 349157"/>
              <a:gd name="connsiteY103" fmla="*/ 450397 h 1070256"/>
              <a:gd name="connsiteX104" fmla="*/ 6684 w 349157"/>
              <a:gd name="connsiteY104" fmla="*/ 439882 h 1070256"/>
              <a:gd name="connsiteX105" fmla="*/ 6684 w 349157"/>
              <a:gd name="connsiteY105" fmla="*/ 406835 h 1070256"/>
              <a:gd name="connsiteX106" fmla="*/ 23020 w 349157"/>
              <a:gd name="connsiteY106" fmla="*/ 400075 h 1070256"/>
              <a:gd name="connsiteX107" fmla="*/ 39355 w 349157"/>
              <a:gd name="connsiteY107" fmla="*/ 406835 h 1070256"/>
              <a:gd name="connsiteX108" fmla="*/ 49751 w 349157"/>
              <a:gd name="connsiteY108" fmla="*/ 417350 h 1070256"/>
              <a:gd name="connsiteX109" fmla="*/ 82423 w 349157"/>
              <a:gd name="connsiteY109" fmla="*/ 417350 h 1070256"/>
              <a:gd name="connsiteX110" fmla="*/ 94304 w 349157"/>
              <a:gd name="connsiteY110" fmla="*/ 406835 h 1070256"/>
              <a:gd name="connsiteX111" fmla="*/ 110640 w 349157"/>
              <a:gd name="connsiteY111" fmla="*/ 400075 h 1070256"/>
              <a:gd name="connsiteX112" fmla="*/ 237623 w 349157"/>
              <a:gd name="connsiteY112" fmla="*/ 266725 h 1070256"/>
              <a:gd name="connsiteX113" fmla="*/ 254146 w 349157"/>
              <a:gd name="connsiteY113" fmla="*/ 273485 h 1070256"/>
              <a:gd name="connsiteX114" fmla="*/ 264661 w 349157"/>
              <a:gd name="connsiteY114" fmla="*/ 284000 h 1070256"/>
              <a:gd name="connsiteX115" fmla="*/ 297709 w 349157"/>
              <a:gd name="connsiteY115" fmla="*/ 284000 h 1070256"/>
              <a:gd name="connsiteX116" fmla="*/ 309726 w 349157"/>
              <a:gd name="connsiteY116" fmla="*/ 273485 h 1070256"/>
              <a:gd name="connsiteX117" fmla="*/ 341271 w 349157"/>
              <a:gd name="connsiteY117" fmla="*/ 273485 h 1070256"/>
              <a:gd name="connsiteX118" fmla="*/ 341271 w 349157"/>
              <a:gd name="connsiteY118" fmla="*/ 306532 h 1070256"/>
              <a:gd name="connsiteX119" fmla="*/ 330756 w 349157"/>
              <a:gd name="connsiteY119" fmla="*/ 317047 h 1070256"/>
              <a:gd name="connsiteX120" fmla="*/ 330756 w 349157"/>
              <a:gd name="connsiteY120" fmla="*/ 350095 h 1070256"/>
              <a:gd name="connsiteX121" fmla="*/ 341271 w 349157"/>
              <a:gd name="connsiteY121" fmla="*/ 362112 h 1070256"/>
              <a:gd name="connsiteX122" fmla="*/ 341271 w 349157"/>
              <a:gd name="connsiteY122" fmla="*/ 393657 h 1070256"/>
              <a:gd name="connsiteX123" fmla="*/ 309726 w 349157"/>
              <a:gd name="connsiteY123" fmla="*/ 393657 h 1070256"/>
              <a:gd name="connsiteX124" fmla="*/ 297709 w 349157"/>
              <a:gd name="connsiteY124" fmla="*/ 383142 h 1070256"/>
              <a:gd name="connsiteX125" fmla="*/ 264661 w 349157"/>
              <a:gd name="connsiteY125" fmla="*/ 383142 h 1070256"/>
              <a:gd name="connsiteX126" fmla="*/ 254146 w 349157"/>
              <a:gd name="connsiteY126" fmla="*/ 393657 h 1070256"/>
              <a:gd name="connsiteX127" fmla="*/ 221099 w 349157"/>
              <a:gd name="connsiteY127" fmla="*/ 393657 h 1070256"/>
              <a:gd name="connsiteX128" fmla="*/ 221099 w 349157"/>
              <a:gd name="connsiteY128" fmla="*/ 362112 h 1070256"/>
              <a:gd name="connsiteX129" fmla="*/ 231614 w 349157"/>
              <a:gd name="connsiteY129" fmla="*/ 350095 h 1070256"/>
              <a:gd name="connsiteX130" fmla="*/ 231614 w 349157"/>
              <a:gd name="connsiteY130" fmla="*/ 317047 h 1070256"/>
              <a:gd name="connsiteX131" fmla="*/ 221099 w 349157"/>
              <a:gd name="connsiteY131" fmla="*/ 306532 h 1070256"/>
              <a:gd name="connsiteX132" fmla="*/ 221099 w 349157"/>
              <a:gd name="connsiteY132" fmla="*/ 273485 h 1070256"/>
              <a:gd name="connsiteX133" fmla="*/ 237623 w 349157"/>
              <a:gd name="connsiteY133" fmla="*/ 266725 h 1070256"/>
              <a:gd name="connsiteX134" fmla="*/ 23020 w 349157"/>
              <a:gd name="connsiteY134" fmla="*/ 131788 h 1070256"/>
              <a:gd name="connsiteX135" fmla="*/ 39355 w 349157"/>
              <a:gd name="connsiteY135" fmla="*/ 138548 h 1070256"/>
              <a:gd name="connsiteX136" fmla="*/ 49751 w 349157"/>
              <a:gd name="connsiteY136" fmla="*/ 150565 h 1070256"/>
              <a:gd name="connsiteX137" fmla="*/ 82423 w 349157"/>
              <a:gd name="connsiteY137" fmla="*/ 150565 h 1070256"/>
              <a:gd name="connsiteX138" fmla="*/ 94304 w 349157"/>
              <a:gd name="connsiteY138" fmla="*/ 138548 h 1070256"/>
              <a:gd name="connsiteX139" fmla="*/ 126976 w 349157"/>
              <a:gd name="connsiteY139" fmla="*/ 138548 h 1070256"/>
              <a:gd name="connsiteX140" fmla="*/ 126976 w 349157"/>
              <a:gd name="connsiteY140" fmla="*/ 171595 h 1070256"/>
              <a:gd name="connsiteX141" fmla="*/ 115095 w 349157"/>
              <a:gd name="connsiteY141" fmla="*/ 183612 h 1070256"/>
              <a:gd name="connsiteX142" fmla="*/ 115095 w 349157"/>
              <a:gd name="connsiteY142" fmla="*/ 216660 h 1070256"/>
              <a:gd name="connsiteX143" fmla="*/ 126976 w 349157"/>
              <a:gd name="connsiteY143" fmla="*/ 227175 h 1070256"/>
              <a:gd name="connsiteX144" fmla="*/ 126976 w 349157"/>
              <a:gd name="connsiteY144" fmla="*/ 260222 h 1070256"/>
              <a:gd name="connsiteX145" fmla="*/ 94304 w 349157"/>
              <a:gd name="connsiteY145" fmla="*/ 260222 h 1070256"/>
              <a:gd name="connsiteX146" fmla="*/ 82423 w 349157"/>
              <a:gd name="connsiteY146" fmla="*/ 249707 h 1070256"/>
              <a:gd name="connsiteX147" fmla="*/ 49751 w 349157"/>
              <a:gd name="connsiteY147" fmla="*/ 249707 h 1070256"/>
              <a:gd name="connsiteX148" fmla="*/ 39355 w 349157"/>
              <a:gd name="connsiteY148" fmla="*/ 260222 h 1070256"/>
              <a:gd name="connsiteX149" fmla="*/ 6684 w 349157"/>
              <a:gd name="connsiteY149" fmla="*/ 260222 h 1070256"/>
              <a:gd name="connsiteX150" fmla="*/ 6684 w 349157"/>
              <a:gd name="connsiteY150" fmla="*/ 227175 h 1070256"/>
              <a:gd name="connsiteX151" fmla="*/ 17079 w 349157"/>
              <a:gd name="connsiteY151" fmla="*/ 216660 h 1070256"/>
              <a:gd name="connsiteX152" fmla="*/ 17079 w 349157"/>
              <a:gd name="connsiteY152" fmla="*/ 183612 h 1070256"/>
              <a:gd name="connsiteX153" fmla="*/ 6684 w 349157"/>
              <a:gd name="connsiteY153" fmla="*/ 171595 h 1070256"/>
              <a:gd name="connsiteX154" fmla="*/ 6684 w 349157"/>
              <a:gd name="connsiteY154" fmla="*/ 138548 h 1070256"/>
              <a:gd name="connsiteX155" fmla="*/ 23020 w 349157"/>
              <a:gd name="connsiteY155" fmla="*/ 131788 h 1070256"/>
              <a:gd name="connsiteX156" fmla="*/ 237623 w 349157"/>
              <a:gd name="connsiteY156" fmla="*/ 0 h 1070256"/>
              <a:gd name="connsiteX157" fmla="*/ 254146 w 349157"/>
              <a:gd name="connsiteY157" fmla="*/ 6683 h 1070256"/>
              <a:gd name="connsiteX158" fmla="*/ 264661 w 349157"/>
              <a:gd name="connsiteY158" fmla="*/ 18563 h 1070256"/>
              <a:gd name="connsiteX159" fmla="*/ 297709 w 349157"/>
              <a:gd name="connsiteY159" fmla="*/ 18563 h 1070256"/>
              <a:gd name="connsiteX160" fmla="*/ 309726 w 349157"/>
              <a:gd name="connsiteY160" fmla="*/ 6683 h 1070256"/>
              <a:gd name="connsiteX161" fmla="*/ 341271 w 349157"/>
              <a:gd name="connsiteY161" fmla="*/ 6683 h 1070256"/>
              <a:gd name="connsiteX162" fmla="*/ 341271 w 349157"/>
              <a:gd name="connsiteY162" fmla="*/ 39355 h 1070256"/>
              <a:gd name="connsiteX163" fmla="*/ 330756 w 349157"/>
              <a:gd name="connsiteY163" fmla="*/ 51235 h 1070256"/>
              <a:gd name="connsiteX164" fmla="*/ 330756 w 349157"/>
              <a:gd name="connsiteY164" fmla="*/ 83907 h 1070256"/>
              <a:gd name="connsiteX165" fmla="*/ 341271 w 349157"/>
              <a:gd name="connsiteY165" fmla="*/ 94303 h 1070256"/>
              <a:gd name="connsiteX166" fmla="*/ 341271 w 349157"/>
              <a:gd name="connsiteY166" fmla="*/ 126975 h 1070256"/>
              <a:gd name="connsiteX167" fmla="*/ 309726 w 349157"/>
              <a:gd name="connsiteY167" fmla="*/ 126975 h 1070256"/>
              <a:gd name="connsiteX168" fmla="*/ 297709 w 349157"/>
              <a:gd name="connsiteY168" fmla="*/ 116579 h 1070256"/>
              <a:gd name="connsiteX169" fmla="*/ 264661 w 349157"/>
              <a:gd name="connsiteY169" fmla="*/ 116579 h 1070256"/>
              <a:gd name="connsiteX170" fmla="*/ 254146 w 349157"/>
              <a:gd name="connsiteY170" fmla="*/ 126975 h 1070256"/>
              <a:gd name="connsiteX171" fmla="*/ 221099 w 349157"/>
              <a:gd name="connsiteY171" fmla="*/ 126975 h 1070256"/>
              <a:gd name="connsiteX172" fmla="*/ 221099 w 349157"/>
              <a:gd name="connsiteY172" fmla="*/ 94303 h 1070256"/>
              <a:gd name="connsiteX173" fmla="*/ 231614 w 349157"/>
              <a:gd name="connsiteY173" fmla="*/ 83907 h 1070256"/>
              <a:gd name="connsiteX174" fmla="*/ 231614 w 349157"/>
              <a:gd name="connsiteY174" fmla="*/ 51235 h 1070256"/>
              <a:gd name="connsiteX175" fmla="*/ 221099 w 349157"/>
              <a:gd name="connsiteY175" fmla="*/ 39355 h 1070256"/>
              <a:gd name="connsiteX176" fmla="*/ 221099 w 349157"/>
              <a:gd name="connsiteY176" fmla="*/ 6683 h 1070256"/>
              <a:gd name="connsiteX177" fmla="*/ 237623 w 349157"/>
              <a:gd name="connsiteY177" fmla="*/ 0 h 1070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Lst>
            <a:rect l="l" t="t" r="r" b="b"/>
            <a:pathLst>
              <a:path w="349157" h="1070256">
                <a:moveTo>
                  <a:pt x="23020" y="935063"/>
                </a:moveTo>
                <a:cubicBezTo>
                  <a:pt x="28960" y="935063"/>
                  <a:pt x="34900" y="937316"/>
                  <a:pt x="39355" y="941823"/>
                </a:cubicBezTo>
                <a:cubicBezTo>
                  <a:pt x="39355" y="941823"/>
                  <a:pt x="39355" y="941823"/>
                  <a:pt x="49751" y="952338"/>
                </a:cubicBezTo>
                <a:cubicBezTo>
                  <a:pt x="58662" y="961351"/>
                  <a:pt x="73512" y="961351"/>
                  <a:pt x="82423" y="952338"/>
                </a:cubicBezTo>
                <a:cubicBezTo>
                  <a:pt x="82423" y="952338"/>
                  <a:pt x="82423" y="952338"/>
                  <a:pt x="94304" y="941823"/>
                </a:cubicBezTo>
                <a:cubicBezTo>
                  <a:pt x="98759" y="937317"/>
                  <a:pt x="104699" y="935063"/>
                  <a:pt x="110640" y="935063"/>
                </a:cubicBezTo>
                <a:cubicBezTo>
                  <a:pt x="116580" y="935063"/>
                  <a:pt x="122520" y="937317"/>
                  <a:pt x="126976" y="941823"/>
                </a:cubicBezTo>
                <a:cubicBezTo>
                  <a:pt x="135886" y="950836"/>
                  <a:pt x="135886" y="965857"/>
                  <a:pt x="126976" y="974870"/>
                </a:cubicBezTo>
                <a:cubicBezTo>
                  <a:pt x="126976" y="974870"/>
                  <a:pt x="126976" y="974870"/>
                  <a:pt x="115095" y="985385"/>
                </a:cubicBezTo>
                <a:cubicBezTo>
                  <a:pt x="106184" y="994398"/>
                  <a:pt x="106184" y="1009420"/>
                  <a:pt x="115095" y="1018433"/>
                </a:cubicBezTo>
                <a:cubicBezTo>
                  <a:pt x="115095" y="1018433"/>
                  <a:pt x="115095" y="1018433"/>
                  <a:pt x="126976" y="1030450"/>
                </a:cubicBezTo>
                <a:cubicBezTo>
                  <a:pt x="135886" y="1039463"/>
                  <a:pt x="135886" y="1054484"/>
                  <a:pt x="126976" y="1063497"/>
                </a:cubicBezTo>
                <a:cubicBezTo>
                  <a:pt x="118065" y="1072510"/>
                  <a:pt x="103214" y="1072510"/>
                  <a:pt x="94304" y="1063497"/>
                </a:cubicBezTo>
                <a:cubicBezTo>
                  <a:pt x="94304" y="1063497"/>
                  <a:pt x="94304" y="1063497"/>
                  <a:pt x="82423" y="1051480"/>
                </a:cubicBezTo>
                <a:cubicBezTo>
                  <a:pt x="73512" y="1042467"/>
                  <a:pt x="58662" y="1042467"/>
                  <a:pt x="49751" y="1051480"/>
                </a:cubicBezTo>
                <a:cubicBezTo>
                  <a:pt x="49751" y="1051480"/>
                  <a:pt x="49751" y="1051480"/>
                  <a:pt x="39355" y="1063497"/>
                </a:cubicBezTo>
                <a:cubicBezTo>
                  <a:pt x="30445" y="1072510"/>
                  <a:pt x="15594" y="1072510"/>
                  <a:pt x="6684" y="1063497"/>
                </a:cubicBezTo>
                <a:cubicBezTo>
                  <a:pt x="-2227" y="1054484"/>
                  <a:pt x="-2227" y="1039463"/>
                  <a:pt x="6684" y="1030450"/>
                </a:cubicBezTo>
                <a:cubicBezTo>
                  <a:pt x="6684" y="1030450"/>
                  <a:pt x="6684" y="1030450"/>
                  <a:pt x="17079" y="1018433"/>
                </a:cubicBezTo>
                <a:cubicBezTo>
                  <a:pt x="25990" y="1009420"/>
                  <a:pt x="25990" y="994398"/>
                  <a:pt x="17079" y="985385"/>
                </a:cubicBezTo>
                <a:cubicBezTo>
                  <a:pt x="17079" y="985385"/>
                  <a:pt x="17079" y="985385"/>
                  <a:pt x="6684" y="974870"/>
                </a:cubicBezTo>
                <a:cubicBezTo>
                  <a:pt x="-2227" y="965857"/>
                  <a:pt x="-2227" y="950836"/>
                  <a:pt x="6684" y="941823"/>
                </a:cubicBezTo>
                <a:cubicBezTo>
                  <a:pt x="11139" y="937316"/>
                  <a:pt x="17079" y="935063"/>
                  <a:pt x="23020" y="935063"/>
                </a:cubicBezTo>
                <a:close/>
                <a:moveTo>
                  <a:pt x="237623" y="801713"/>
                </a:moveTo>
                <a:cubicBezTo>
                  <a:pt x="243631" y="801713"/>
                  <a:pt x="249640" y="803966"/>
                  <a:pt x="254146" y="808473"/>
                </a:cubicBezTo>
                <a:cubicBezTo>
                  <a:pt x="254146" y="808473"/>
                  <a:pt x="254146" y="808473"/>
                  <a:pt x="264661" y="818988"/>
                </a:cubicBezTo>
                <a:cubicBezTo>
                  <a:pt x="273674" y="828001"/>
                  <a:pt x="288696" y="828001"/>
                  <a:pt x="297709" y="818988"/>
                </a:cubicBezTo>
                <a:cubicBezTo>
                  <a:pt x="297709" y="818988"/>
                  <a:pt x="297709" y="818988"/>
                  <a:pt x="309726" y="808473"/>
                </a:cubicBezTo>
                <a:cubicBezTo>
                  <a:pt x="318739" y="799460"/>
                  <a:pt x="332258" y="799460"/>
                  <a:pt x="341271" y="808473"/>
                </a:cubicBezTo>
                <a:cubicBezTo>
                  <a:pt x="351786" y="817486"/>
                  <a:pt x="351786" y="832507"/>
                  <a:pt x="341271" y="841520"/>
                </a:cubicBezTo>
                <a:cubicBezTo>
                  <a:pt x="341271" y="841520"/>
                  <a:pt x="341271" y="841520"/>
                  <a:pt x="330756" y="852035"/>
                </a:cubicBezTo>
                <a:cubicBezTo>
                  <a:pt x="321743" y="861048"/>
                  <a:pt x="321743" y="876070"/>
                  <a:pt x="330756" y="885083"/>
                </a:cubicBezTo>
                <a:cubicBezTo>
                  <a:pt x="330756" y="885083"/>
                  <a:pt x="330756" y="885083"/>
                  <a:pt x="341271" y="897100"/>
                </a:cubicBezTo>
                <a:cubicBezTo>
                  <a:pt x="351786" y="906113"/>
                  <a:pt x="351786" y="919632"/>
                  <a:pt x="341271" y="928645"/>
                </a:cubicBezTo>
                <a:cubicBezTo>
                  <a:pt x="332258" y="939160"/>
                  <a:pt x="318739" y="939160"/>
                  <a:pt x="309726" y="928645"/>
                </a:cubicBezTo>
                <a:cubicBezTo>
                  <a:pt x="309726" y="928645"/>
                  <a:pt x="309726" y="928645"/>
                  <a:pt x="297709" y="918130"/>
                </a:cubicBezTo>
                <a:cubicBezTo>
                  <a:pt x="288696" y="909117"/>
                  <a:pt x="273674" y="909117"/>
                  <a:pt x="264661" y="918130"/>
                </a:cubicBezTo>
                <a:cubicBezTo>
                  <a:pt x="264661" y="918130"/>
                  <a:pt x="264661" y="918130"/>
                  <a:pt x="254146" y="928645"/>
                </a:cubicBezTo>
                <a:cubicBezTo>
                  <a:pt x="245133" y="939160"/>
                  <a:pt x="230112" y="939160"/>
                  <a:pt x="221099" y="928645"/>
                </a:cubicBezTo>
                <a:cubicBezTo>
                  <a:pt x="212086" y="919632"/>
                  <a:pt x="212086" y="906113"/>
                  <a:pt x="221099" y="897100"/>
                </a:cubicBezTo>
                <a:cubicBezTo>
                  <a:pt x="221099" y="897100"/>
                  <a:pt x="221099" y="897100"/>
                  <a:pt x="231614" y="885083"/>
                </a:cubicBezTo>
                <a:cubicBezTo>
                  <a:pt x="240627" y="876070"/>
                  <a:pt x="240627" y="861048"/>
                  <a:pt x="231614" y="852035"/>
                </a:cubicBezTo>
                <a:cubicBezTo>
                  <a:pt x="231614" y="852035"/>
                  <a:pt x="231614" y="852035"/>
                  <a:pt x="221099" y="841520"/>
                </a:cubicBezTo>
                <a:cubicBezTo>
                  <a:pt x="212086" y="832507"/>
                  <a:pt x="212086" y="817486"/>
                  <a:pt x="221099" y="808473"/>
                </a:cubicBezTo>
                <a:cubicBezTo>
                  <a:pt x="225606" y="803966"/>
                  <a:pt x="231614" y="801713"/>
                  <a:pt x="237623" y="801713"/>
                </a:cubicBezTo>
                <a:close/>
                <a:moveTo>
                  <a:pt x="23020" y="666775"/>
                </a:moveTo>
                <a:cubicBezTo>
                  <a:pt x="28960" y="666775"/>
                  <a:pt x="34900" y="669028"/>
                  <a:pt x="39355" y="673535"/>
                </a:cubicBezTo>
                <a:cubicBezTo>
                  <a:pt x="39355" y="673535"/>
                  <a:pt x="39355" y="673535"/>
                  <a:pt x="49751" y="685552"/>
                </a:cubicBezTo>
                <a:cubicBezTo>
                  <a:pt x="58662" y="694565"/>
                  <a:pt x="73512" y="694565"/>
                  <a:pt x="82423" y="685552"/>
                </a:cubicBezTo>
                <a:cubicBezTo>
                  <a:pt x="82423" y="685552"/>
                  <a:pt x="82423" y="685552"/>
                  <a:pt x="94304" y="673535"/>
                </a:cubicBezTo>
                <a:cubicBezTo>
                  <a:pt x="103214" y="664522"/>
                  <a:pt x="118065" y="664522"/>
                  <a:pt x="126976" y="673535"/>
                </a:cubicBezTo>
                <a:cubicBezTo>
                  <a:pt x="135886" y="684050"/>
                  <a:pt x="135886" y="697569"/>
                  <a:pt x="126976" y="706582"/>
                </a:cubicBezTo>
                <a:cubicBezTo>
                  <a:pt x="126976" y="706582"/>
                  <a:pt x="126976" y="706582"/>
                  <a:pt x="115095" y="718599"/>
                </a:cubicBezTo>
                <a:cubicBezTo>
                  <a:pt x="106184" y="727612"/>
                  <a:pt x="106184" y="742634"/>
                  <a:pt x="115095" y="751647"/>
                </a:cubicBezTo>
                <a:cubicBezTo>
                  <a:pt x="115095" y="751647"/>
                  <a:pt x="115095" y="751647"/>
                  <a:pt x="126976" y="762162"/>
                </a:cubicBezTo>
                <a:cubicBezTo>
                  <a:pt x="135886" y="771175"/>
                  <a:pt x="135886" y="786196"/>
                  <a:pt x="126976" y="795209"/>
                </a:cubicBezTo>
                <a:cubicBezTo>
                  <a:pt x="118065" y="804222"/>
                  <a:pt x="103214" y="804222"/>
                  <a:pt x="94304" y="795209"/>
                </a:cubicBezTo>
                <a:cubicBezTo>
                  <a:pt x="94304" y="795209"/>
                  <a:pt x="94304" y="795209"/>
                  <a:pt x="82423" y="784694"/>
                </a:cubicBezTo>
                <a:cubicBezTo>
                  <a:pt x="73512" y="775681"/>
                  <a:pt x="58662" y="775681"/>
                  <a:pt x="49751" y="784694"/>
                </a:cubicBezTo>
                <a:cubicBezTo>
                  <a:pt x="49751" y="784694"/>
                  <a:pt x="49751" y="784694"/>
                  <a:pt x="39355" y="795209"/>
                </a:cubicBezTo>
                <a:cubicBezTo>
                  <a:pt x="30445" y="804222"/>
                  <a:pt x="15594" y="804222"/>
                  <a:pt x="6684" y="795209"/>
                </a:cubicBezTo>
                <a:cubicBezTo>
                  <a:pt x="-2227" y="786196"/>
                  <a:pt x="-2227" y="771175"/>
                  <a:pt x="6684" y="762162"/>
                </a:cubicBezTo>
                <a:cubicBezTo>
                  <a:pt x="6684" y="762162"/>
                  <a:pt x="6684" y="762162"/>
                  <a:pt x="17079" y="751647"/>
                </a:cubicBezTo>
                <a:cubicBezTo>
                  <a:pt x="25990" y="742634"/>
                  <a:pt x="25990" y="727612"/>
                  <a:pt x="17079" y="718599"/>
                </a:cubicBezTo>
                <a:cubicBezTo>
                  <a:pt x="17079" y="718599"/>
                  <a:pt x="17079" y="718599"/>
                  <a:pt x="6684" y="706582"/>
                </a:cubicBezTo>
                <a:cubicBezTo>
                  <a:pt x="-2227" y="697569"/>
                  <a:pt x="-2227" y="684050"/>
                  <a:pt x="6684" y="673535"/>
                </a:cubicBezTo>
                <a:cubicBezTo>
                  <a:pt x="11139" y="669028"/>
                  <a:pt x="17079" y="666775"/>
                  <a:pt x="23020" y="666775"/>
                </a:cubicBezTo>
                <a:close/>
                <a:moveTo>
                  <a:pt x="237623" y="533425"/>
                </a:moveTo>
                <a:cubicBezTo>
                  <a:pt x="243631" y="533425"/>
                  <a:pt x="249640" y="535678"/>
                  <a:pt x="254146" y="540185"/>
                </a:cubicBezTo>
                <a:cubicBezTo>
                  <a:pt x="254146" y="540185"/>
                  <a:pt x="254146" y="540185"/>
                  <a:pt x="264661" y="552202"/>
                </a:cubicBezTo>
                <a:cubicBezTo>
                  <a:pt x="273674" y="561215"/>
                  <a:pt x="288696" y="561215"/>
                  <a:pt x="297709" y="552202"/>
                </a:cubicBezTo>
                <a:cubicBezTo>
                  <a:pt x="297709" y="552202"/>
                  <a:pt x="297709" y="552202"/>
                  <a:pt x="309726" y="540185"/>
                </a:cubicBezTo>
                <a:cubicBezTo>
                  <a:pt x="318739" y="531172"/>
                  <a:pt x="332258" y="531172"/>
                  <a:pt x="341271" y="540185"/>
                </a:cubicBezTo>
                <a:cubicBezTo>
                  <a:pt x="351786" y="549198"/>
                  <a:pt x="351786" y="564219"/>
                  <a:pt x="341271" y="573232"/>
                </a:cubicBezTo>
                <a:cubicBezTo>
                  <a:pt x="341271" y="573232"/>
                  <a:pt x="341271" y="573232"/>
                  <a:pt x="330756" y="585249"/>
                </a:cubicBezTo>
                <a:cubicBezTo>
                  <a:pt x="321743" y="594262"/>
                  <a:pt x="321743" y="607782"/>
                  <a:pt x="330756" y="618297"/>
                </a:cubicBezTo>
                <a:cubicBezTo>
                  <a:pt x="330756" y="618297"/>
                  <a:pt x="330756" y="618297"/>
                  <a:pt x="341271" y="628812"/>
                </a:cubicBezTo>
                <a:cubicBezTo>
                  <a:pt x="351786" y="637825"/>
                  <a:pt x="351786" y="652846"/>
                  <a:pt x="341271" y="661859"/>
                </a:cubicBezTo>
                <a:cubicBezTo>
                  <a:pt x="332258" y="670872"/>
                  <a:pt x="318739" y="670872"/>
                  <a:pt x="309726" y="661859"/>
                </a:cubicBezTo>
                <a:cubicBezTo>
                  <a:pt x="309726" y="661859"/>
                  <a:pt x="309726" y="661859"/>
                  <a:pt x="297709" y="649842"/>
                </a:cubicBezTo>
                <a:cubicBezTo>
                  <a:pt x="288696" y="640829"/>
                  <a:pt x="273674" y="640829"/>
                  <a:pt x="264661" y="649842"/>
                </a:cubicBezTo>
                <a:cubicBezTo>
                  <a:pt x="264661" y="649842"/>
                  <a:pt x="264661" y="649842"/>
                  <a:pt x="254146" y="661859"/>
                </a:cubicBezTo>
                <a:cubicBezTo>
                  <a:pt x="245133" y="670872"/>
                  <a:pt x="230112" y="670872"/>
                  <a:pt x="221099" y="661859"/>
                </a:cubicBezTo>
                <a:cubicBezTo>
                  <a:pt x="212086" y="652846"/>
                  <a:pt x="212086" y="637825"/>
                  <a:pt x="221099" y="628812"/>
                </a:cubicBezTo>
                <a:cubicBezTo>
                  <a:pt x="221099" y="628812"/>
                  <a:pt x="221099" y="628812"/>
                  <a:pt x="231614" y="618297"/>
                </a:cubicBezTo>
                <a:cubicBezTo>
                  <a:pt x="240627" y="607782"/>
                  <a:pt x="240627" y="594262"/>
                  <a:pt x="231614" y="585249"/>
                </a:cubicBezTo>
                <a:cubicBezTo>
                  <a:pt x="231614" y="585249"/>
                  <a:pt x="231614" y="585249"/>
                  <a:pt x="221099" y="573232"/>
                </a:cubicBezTo>
                <a:cubicBezTo>
                  <a:pt x="212086" y="564219"/>
                  <a:pt x="212086" y="549198"/>
                  <a:pt x="221099" y="540185"/>
                </a:cubicBezTo>
                <a:cubicBezTo>
                  <a:pt x="225606" y="535678"/>
                  <a:pt x="231614" y="533425"/>
                  <a:pt x="237623" y="533425"/>
                </a:cubicBezTo>
                <a:close/>
                <a:moveTo>
                  <a:pt x="110640" y="400075"/>
                </a:moveTo>
                <a:cubicBezTo>
                  <a:pt x="116580" y="400075"/>
                  <a:pt x="122520" y="402328"/>
                  <a:pt x="126976" y="406835"/>
                </a:cubicBezTo>
                <a:cubicBezTo>
                  <a:pt x="135886" y="415848"/>
                  <a:pt x="135886" y="430869"/>
                  <a:pt x="126976" y="439882"/>
                </a:cubicBezTo>
                <a:cubicBezTo>
                  <a:pt x="126976" y="439882"/>
                  <a:pt x="126976" y="439882"/>
                  <a:pt x="115095" y="450397"/>
                </a:cubicBezTo>
                <a:cubicBezTo>
                  <a:pt x="106184" y="459410"/>
                  <a:pt x="106184" y="474432"/>
                  <a:pt x="115095" y="483445"/>
                </a:cubicBezTo>
                <a:cubicBezTo>
                  <a:pt x="115095" y="483445"/>
                  <a:pt x="115095" y="483445"/>
                  <a:pt x="126976" y="495462"/>
                </a:cubicBezTo>
                <a:cubicBezTo>
                  <a:pt x="135886" y="504475"/>
                  <a:pt x="135886" y="519496"/>
                  <a:pt x="126976" y="528509"/>
                </a:cubicBezTo>
                <a:cubicBezTo>
                  <a:pt x="118065" y="537522"/>
                  <a:pt x="103214" y="537522"/>
                  <a:pt x="94304" y="528509"/>
                </a:cubicBezTo>
                <a:cubicBezTo>
                  <a:pt x="94304" y="528509"/>
                  <a:pt x="94304" y="528509"/>
                  <a:pt x="82423" y="516492"/>
                </a:cubicBezTo>
                <a:cubicBezTo>
                  <a:pt x="73512" y="507479"/>
                  <a:pt x="58662" y="507479"/>
                  <a:pt x="49751" y="516492"/>
                </a:cubicBezTo>
                <a:cubicBezTo>
                  <a:pt x="49751" y="516492"/>
                  <a:pt x="49751" y="516492"/>
                  <a:pt x="39355" y="528509"/>
                </a:cubicBezTo>
                <a:cubicBezTo>
                  <a:pt x="30445" y="537522"/>
                  <a:pt x="15594" y="537522"/>
                  <a:pt x="6684" y="528509"/>
                </a:cubicBezTo>
                <a:cubicBezTo>
                  <a:pt x="-2227" y="519496"/>
                  <a:pt x="-2227" y="504475"/>
                  <a:pt x="6684" y="495462"/>
                </a:cubicBezTo>
                <a:cubicBezTo>
                  <a:pt x="6684" y="495462"/>
                  <a:pt x="6684" y="495462"/>
                  <a:pt x="17079" y="483445"/>
                </a:cubicBezTo>
                <a:cubicBezTo>
                  <a:pt x="25990" y="474432"/>
                  <a:pt x="25990" y="459410"/>
                  <a:pt x="17079" y="450397"/>
                </a:cubicBezTo>
                <a:cubicBezTo>
                  <a:pt x="17079" y="450397"/>
                  <a:pt x="17079" y="450397"/>
                  <a:pt x="6684" y="439882"/>
                </a:cubicBezTo>
                <a:cubicBezTo>
                  <a:pt x="-2227" y="430869"/>
                  <a:pt x="-2227" y="415848"/>
                  <a:pt x="6684" y="406835"/>
                </a:cubicBezTo>
                <a:cubicBezTo>
                  <a:pt x="11139" y="402328"/>
                  <a:pt x="17079" y="400075"/>
                  <a:pt x="23020" y="400075"/>
                </a:cubicBezTo>
                <a:cubicBezTo>
                  <a:pt x="28960" y="400075"/>
                  <a:pt x="34900" y="402328"/>
                  <a:pt x="39355" y="406835"/>
                </a:cubicBezTo>
                <a:cubicBezTo>
                  <a:pt x="39355" y="406835"/>
                  <a:pt x="39355" y="406835"/>
                  <a:pt x="49751" y="417350"/>
                </a:cubicBezTo>
                <a:cubicBezTo>
                  <a:pt x="58662" y="427865"/>
                  <a:pt x="73512" y="427865"/>
                  <a:pt x="82423" y="417350"/>
                </a:cubicBezTo>
                <a:cubicBezTo>
                  <a:pt x="82423" y="417350"/>
                  <a:pt x="82423" y="417350"/>
                  <a:pt x="94304" y="406835"/>
                </a:cubicBezTo>
                <a:cubicBezTo>
                  <a:pt x="98759" y="402328"/>
                  <a:pt x="104699" y="400075"/>
                  <a:pt x="110640" y="400075"/>
                </a:cubicBezTo>
                <a:close/>
                <a:moveTo>
                  <a:pt x="237623" y="266725"/>
                </a:moveTo>
                <a:cubicBezTo>
                  <a:pt x="243631" y="266725"/>
                  <a:pt x="249640" y="268978"/>
                  <a:pt x="254146" y="273485"/>
                </a:cubicBezTo>
                <a:cubicBezTo>
                  <a:pt x="254146" y="273485"/>
                  <a:pt x="254146" y="273485"/>
                  <a:pt x="264661" y="284000"/>
                </a:cubicBezTo>
                <a:cubicBezTo>
                  <a:pt x="273674" y="293013"/>
                  <a:pt x="288696" y="293013"/>
                  <a:pt x="297709" y="284000"/>
                </a:cubicBezTo>
                <a:cubicBezTo>
                  <a:pt x="297709" y="284000"/>
                  <a:pt x="297709" y="284000"/>
                  <a:pt x="309726" y="273485"/>
                </a:cubicBezTo>
                <a:cubicBezTo>
                  <a:pt x="318739" y="264472"/>
                  <a:pt x="332258" y="264472"/>
                  <a:pt x="341271" y="273485"/>
                </a:cubicBezTo>
                <a:cubicBezTo>
                  <a:pt x="351786" y="282498"/>
                  <a:pt x="351786" y="297519"/>
                  <a:pt x="341271" y="306532"/>
                </a:cubicBezTo>
                <a:cubicBezTo>
                  <a:pt x="341271" y="306532"/>
                  <a:pt x="341271" y="306532"/>
                  <a:pt x="330756" y="317047"/>
                </a:cubicBezTo>
                <a:cubicBezTo>
                  <a:pt x="321743" y="326060"/>
                  <a:pt x="321743" y="341082"/>
                  <a:pt x="330756" y="350095"/>
                </a:cubicBezTo>
                <a:cubicBezTo>
                  <a:pt x="330756" y="350095"/>
                  <a:pt x="330756" y="350095"/>
                  <a:pt x="341271" y="362112"/>
                </a:cubicBezTo>
                <a:cubicBezTo>
                  <a:pt x="351786" y="371125"/>
                  <a:pt x="351786" y="384644"/>
                  <a:pt x="341271" y="393657"/>
                </a:cubicBezTo>
                <a:cubicBezTo>
                  <a:pt x="332258" y="404172"/>
                  <a:pt x="318739" y="404172"/>
                  <a:pt x="309726" y="393657"/>
                </a:cubicBezTo>
                <a:cubicBezTo>
                  <a:pt x="309726" y="393657"/>
                  <a:pt x="309726" y="393657"/>
                  <a:pt x="297709" y="383142"/>
                </a:cubicBezTo>
                <a:cubicBezTo>
                  <a:pt x="288696" y="374129"/>
                  <a:pt x="273674" y="374129"/>
                  <a:pt x="264661" y="383142"/>
                </a:cubicBezTo>
                <a:cubicBezTo>
                  <a:pt x="264661" y="383142"/>
                  <a:pt x="264661" y="383142"/>
                  <a:pt x="254146" y="393657"/>
                </a:cubicBezTo>
                <a:cubicBezTo>
                  <a:pt x="245133" y="404172"/>
                  <a:pt x="230112" y="404172"/>
                  <a:pt x="221099" y="393657"/>
                </a:cubicBezTo>
                <a:cubicBezTo>
                  <a:pt x="212086" y="384644"/>
                  <a:pt x="212086" y="371125"/>
                  <a:pt x="221099" y="362112"/>
                </a:cubicBezTo>
                <a:cubicBezTo>
                  <a:pt x="221099" y="362112"/>
                  <a:pt x="221099" y="362112"/>
                  <a:pt x="231614" y="350095"/>
                </a:cubicBezTo>
                <a:cubicBezTo>
                  <a:pt x="240627" y="341082"/>
                  <a:pt x="240627" y="326060"/>
                  <a:pt x="231614" y="317047"/>
                </a:cubicBezTo>
                <a:cubicBezTo>
                  <a:pt x="231614" y="317047"/>
                  <a:pt x="231614" y="317047"/>
                  <a:pt x="221099" y="306532"/>
                </a:cubicBezTo>
                <a:cubicBezTo>
                  <a:pt x="212086" y="297519"/>
                  <a:pt x="212086" y="282498"/>
                  <a:pt x="221099" y="273485"/>
                </a:cubicBezTo>
                <a:cubicBezTo>
                  <a:pt x="225606" y="268978"/>
                  <a:pt x="231614" y="266725"/>
                  <a:pt x="237623" y="266725"/>
                </a:cubicBezTo>
                <a:close/>
                <a:moveTo>
                  <a:pt x="23020" y="131788"/>
                </a:moveTo>
                <a:cubicBezTo>
                  <a:pt x="28960" y="131788"/>
                  <a:pt x="34900" y="134041"/>
                  <a:pt x="39355" y="138548"/>
                </a:cubicBezTo>
                <a:cubicBezTo>
                  <a:pt x="39355" y="138548"/>
                  <a:pt x="39355" y="138548"/>
                  <a:pt x="49751" y="150565"/>
                </a:cubicBezTo>
                <a:cubicBezTo>
                  <a:pt x="58662" y="159578"/>
                  <a:pt x="73512" y="159578"/>
                  <a:pt x="82423" y="150565"/>
                </a:cubicBezTo>
                <a:cubicBezTo>
                  <a:pt x="82423" y="150565"/>
                  <a:pt x="82423" y="150565"/>
                  <a:pt x="94304" y="138548"/>
                </a:cubicBezTo>
                <a:cubicBezTo>
                  <a:pt x="103214" y="129535"/>
                  <a:pt x="118065" y="129535"/>
                  <a:pt x="126976" y="138548"/>
                </a:cubicBezTo>
                <a:cubicBezTo>
                  <a:pt x="135886" y="149063"/>
                  <a:pt x="135886" y="162582"/>
                  <a:pt x="126976" y="171595"/>
                </a:cubicBezTo>
                <a:cubicBezTo>
                  <a:pt x="126976" y="171595"/>
                  <a:pt x="126976" y="171595"/>
                  <a:pt x="115095" y="183612"/>
                </a:cubicBezTo>
                <a:cubicBezTo>
                  <a:pt x="106184" y="192625"/>
                  <a:pt x="106184" y="207647"/>
                  <a:pt x="115095" y="216660"/>
                </a:cubicBezTo>
                <a:cubicBezTo>
                  <a:pt x="115095" y="216660"/>
                  <a:pt x="115095" y="216660"/>
                  <a:pt x="126976" y="227175"/>
                </a:cubicBezTo>
                <a:cubicBezTo>
                  <a:pt x="135886" y="236188"/>
                  <a:pt x="135886" y="251209"/>
                  <a:pt x="126976" y="260222"/>
                </a:cubicBezTo>
                <a:cubicBezTo>
                  <a:pt x="118065" y="269235"/>
                  <a:pt x="103214" y="269235"/>
                  <a:pt x="94304" y="260222"/>
                </a:cubicBezTo>
                <a:cubicBezTo>
                  <a:pt x="94304" y="260222"/>
                  <a:pt x="94304" y="260222"/>
                  <a:pt x="82423" y="249707"/>
                </a:cubicBezTo>
                <a:cubicBezTo>
                  <a:pt x="73512" y="240694"/>
                  <a:pt x="58662" y="240694"/>
                  <a:pt x="49751" y="249707"/>
                </a:cubicBezTo>
                <a:cubicBezTo>
                  <a:pt x="49751" y="249707"/>
                  <a:pt x="49751" y="249707"/>
                  <a:pt x="39355" y="260222"/>
                </a:cubicBezTo>
                <a:cubicBezTo>
                  <a:pt x="30445" y="269235"/>
                  <a:pt x="15594" y="269235"/>
                  <a:pt x="6684" y="260222"/>
                </a:cubicBezTo>
                <a:cubicBezTo>
                  <a:pt x="-2227" y="251209"/>
                  <a:pt x="-2227" y="236188"/>
                  <a:pt x="6684" y="227175"/>
                </a:cubicBezTo>
                <a:cubicBezTo>
                  <a:pt x="6684" y="227175"/>
                  <a:pt x="6684" y="227175"/>
                  <a:pt x="17079" y="216660"/>
                </a:cubicBezTo>
                <a:cubicBezTo>
                  <a:pt x="25990" y="207647"/>
                  <a:pt x="25990" y="192625"/>
                  <a:pt x="17079" y="183612"/>
                </a:cubicBezTo>
                <a:cubicBezTo>
                  <a:pt x="17079" y="183612"/>
                  <a:pt x="17079" y="183612"/>
                  <a:pt x="6684" y="171595"/>
                </a:cubicBezTo>
                <a:cubicBezTo>
                  <a:pt x="-2227" y="162582"/>
                  <a:pt x="-2227" y="149063"/>
                  <a:pt x="6684" y="138548"/>
                </a:cubicBezTo>
                <a:cubicBezTo>
                  <a:pt x="11139" y="134041"/>
                  <a:pt x="17079" y="131788"/>
                  <a:pt x="23020" y="131788"/>
                </a:cubicBezTo>
                <a:close/>
                <a:moveTo>
                  <a:pt x="237623" y="0"/>
                </a:moveTo>
                <a:cubicBezTo>
                  <a:pt x="243631" y="0"/>
                  <a:pt x="249640" y="2227"/>
                  <a:pt x="254146" y="6683"/>
                </a:cubicBezTo>
                <a:cubicBezTo>
                  <a:pt x="254146" y="6683"/>
                  <a:pt x="254146" y="6683"/>
                  <a:pt x="264661" y="18563"/>
                </a:cubicBezTo>
                <a:cubicBezTo>
                  <a:pt x="273674" y="27474"/>
                  <a:pt x="288696" y="27474"/>
                  <a:pt x="297709" y="18563"/>
                </a:cubicBezTo>
                <a:cubicBezTo>
                  <a:pt x="297709" y="18563"/>
                  <a:pt x="297709" y="18563"/>
                  <a:pt x="309726" y="6683"/>
                </a:cubicBezTo>
                <a:cubicBezTo>
                  <a:pt x="318739" y="-2228"/>
                  <a:pt x="332258" y="-2228"/>
                  <a:pt x="341271" y="6683"/>
                </a:cubicBezTo>
                <a:cubicBezTo>
                  <a:pt x="351786" y="15593"/>
                  <a:pt x="351786" y="30444"/>
                  <a:pt x="341271" y="39355"/>
                </a:cubicBezTo>
                <a:cubicBezTo>
                  <a:pt x="341271" y="39355"/>
                  <a:pt x="341271" y="39355"/>
                  <a:pt x="330756" y="51235"/>
                </a:cubicBezTo>
                <a:cubicBezTo>
                  <a:pt x="321743" y="60146"/>
                  <a:pt x="321743" y="74997"/>
                  <a:pt x="330756" y="83907"/>
                </a:cubicBezTo>
                <a:cubicBezTo>
                  <a:pt x="330756" y="83907"/>
                  <a:pt x="330756" y="83907"/>
                  <a:pt x="341271" y="94303"/>
                </a:cubicBezTo>
                <a:cubicBezTo>
                  <a:pt x="351786" y="103213"/>
                  <a:pt x="351786" y="118064"/>
                  <a:pt x="341271" y="126975"/>
                </a:cubicBezTo>
                <a:cubicBezTo>
                  <a:pt x="332258" y="135885"/>
                  <a:pt x="318739" y="135885"/>
                  <a:pt x="309726" y="126975"/>
                </a:cubicBezTo>
                <a:cubicBezTo>
                  <a:pt x="309726" y="126975"/>
                  <a:pt x="309726" y="126975"/>
                  <a:pt x="297709" y="116579"/>
                </a:cubicBezTo>
                <a:cubicBezTo>
                  <a:pt x="288696" y="106183"/>
                  <a:pt x="273674" y="106183"/>
                  <a:pt x="264661" y="116579"/>
                </a:cubicBezTo>
                <a:cubicBezTo>
                  <a:pt x="264661" y="116579"/>
                  <a:pt x="264661" y="116579"/>
                  <a:pt x="254146" y="126975"/>
                </a:cubicBezTo>
                <a:cubicBezTo>
                  <a:pt x="245133" y="135885"/>
                  <a:pt x="230112" y="135885"/>
                  <a:pt x="221099" y="126975"/>
                </a:cubicBezTo>
                <a:cubicBezTo>
                  <a:pt x="212086" y="118064"/>
                  <a:pt x="212086" y="103213"/>
                  <a:pt x="221099" y="94303"/>
                </a:cubicBezTo>
                <a:cubicBezTo>
                  <a:pt x="221099" y="94303"/>
                  <a:pt x="221099" y="94303"/>
                  <a:pt x="231614" y="83907"/>
                </a:cubicBezTo>
                <a:cubicBezTo>
                  <a:pt x="240627" y="74997"/>
                  <a:pt x="240627" y="60146"/>
                  <a:pt x="231614" y="51235"/>
                </a:cubicBezTo>
                <a:cubicBezTo>
                  <a:pt x="231614" y="51235"/>
                  <a:pt x="231614" y="51235"/>
                  <a:pt x="221099" y="39355"/>
                </a:cubicBezTo>
                <a:cubicBezTo>
                  <a:pt x="212086" y="30444"/>
                  <a:pt x="212086" y="15593"/>
                  <a:pt x="221099" y="6683"/>
                </a:cubicBezTo>
                <a:cubicBezTo>
                  <a:pt x="225606" y="2227"/>
                  <a:pt x="231614" y="0"/>
                  <a:pt x="237623" y="0"/>
                </a:cubicBezTo>
                <a:close/>
              </a:path>
            </a:pathLst>
          </a:custGeom>
          <a:solidFill>
            <a:schemeClr val="accent1"/>
          </a:solidFill>
          <a:ln>
            <a:noFill/>
          </a:ln>
        </p:spPr>
        <p:txBody>
          <a:bodyPr vert="horz" wrap="square" lIns="91440" tIns="45720" rIns="91440" bIns="45720" numCol="1" anchor="t" anchorCtr="0" compatLnSpc="1">
            <a:noAutofit/>
          </a:bodyPr>
          <a:lstStyle/>
          <a:p>
            <a:endParaRPr lang="zh-CN" altLang="en-US"/>
          </a:p>
        </p:txBody>
      </p:sp>
      <p:sp>
        <p:nvSpPr>
          <p:cNvPr id="22" name="任意多边形: 形状 21"/>
          <p:cNvSpPr/>
          <p:nvPr/>
        </p:nvSpPr>
        <p:spPr>
          <a:xfrm flipH="1" flipV="1">
            <a:off x="11098051" y="6044970"/>
            <a:ext cx="720000" cy="333316"/>
          </a:xfrm>
          <a:custGeom>
            <a:avLst/>
            <a:gdLst>
              <a:gd name="connsiteX0" fmla="*/ 505104 w 1010208"/>
              <a:gd name="connsiteY0" fmla="*/ 359664 h 467664"/>
              <a:gd name="connsiteX1" fmla="*/ 559104 w 1010208"/>
              <a:gd name="connsiteY1" fmla="*/ 413664 h 467664"/>
              <a:gd name="connsiteX2" fmla="*/ 505104 w 1010208"/>
              <a:gd name="connsiteY2" fmla="*/ 467664 h 467664"/>
              <a:gd name="connsiteX3" fmla="*/ 451104 w 1010208"/>
              <a:gd name="connsiteY3" fmla="*/ 413664 h 467664"/>
              <a:gd name="connsiteX4" fmla="*/ 505104 w 1010208"/>
              <a:gd name="connsiteY4" fmla="*/ 359664 h 467664"/>
              <a:gd name="connsiteX5" fmla="*/ 279552 w 1010208"/>
              <a:gd name="connsiteY5" fmla="*/ 359664 h 467664"/>
              <a:gd name="connsiteX6" fmla="*/ 333552 w 1010208"/>
              <a:gd name="connsiteY6" fmla="*/ 413664 h 467664"/>
              <a:gd name="connsiteX7" fmla="*/ 279552 w 1010208"/>
              <a:gd name="connsiteY7" fmla="*/ 467664 h 467664"/>
              <a:gd name="connsiteX8" fmla="*/ 225552 w 1010208"/>
              <a:gd name="connsiteY8" fmla="*/ 413664 h 467664"/>
              <a:gd name="connsiteX9" fmla="*/ 279552 w 1010208"/>
              <a:gd name="connsiteY9" fmla="*/ 359664 h 467664"/>
              <a:gd name="connsiteX10" fmla="*/ 54000 w 1010208"/>
              <a:gd name="connsiteY10" fmla="*/ 359664 h 467664"/>
              <a:gd name="connsiteX11" fmla="*/ 108000 w 1010208"/>
              <a:gd name="connsiteY11" fmla="*/ 413664 h 467664"/>
              <a:gd name="connsiteX12" fmla="*/ 54000 w 1010208"/>
              <a:gd name="connsiteY12" fmla="*/ 467664 h 467664"/>
              <a:gd name="connsiteX13" fmla="*/ 0 w 1010208"/>
              <a:gd name="connsiteY13" fmla="*/ 413664 h 467664"/>
              <a:gd name="connsiteX14" fmla="*/ 54000 w 1010208"/>
              <a:gd name="connsiteY14" fmla="*/ 359664 h 467664"/>
              <a:gd name="connsiteX15" fmla="*/ 730656 w 1010208"/>
              <a:gd name="connsiteY15" fmla="*/ 179832 h 467664"/>
              <a:gd name="connsiteX16" fmla="*/ 784656 w 1010208"/>
              <a:gd name="connsiteY16" fmla="*/ 233832 h 467664"/>
              <a:gd name="connsiteX17" fmla="*/ 730656 w 1010208"/>
              <a:gd name="connsiteY17" fmla="*/ 287832 h 467664"/>
              <a:gd name="connsiteX18" fmla="*/ 676656 w 1010208"/>
              <a:gd name="connsiteY18" fmla="*/ 233832 h 467664"/>
              <a:gd name="connsiteX19" fmla="*/ 730656 w 1010208"/>
              <a:gd name="connsiteY19" fmla="*/ 179832 h 467664"/>
              <a:gd name="connsiteX20" fmla="*/ 505104 w 1010208"/>
              <a:gd name="connsiteY20" fmla="*/ 179832 h 467664"/>
              <a:gd name="connsiteX21" fmla="*/ 559104 w 1010208"/>
              <a:gd name="connsiteY21" fmla="*/ 233832 h 467664"/>
              <a:gd name="connsiteX22" fmla="*/ 505104 w 1010208"/>
              <a:gd name="connsiteY22" fmla="*/ 287832 h 467664"/>
              <a:gd name="connsiteX23" fmla="*/ 451104 w 1010208"/>
              <a:gd name="connsiteY23" fmla="*/ 233832 h 467664"/>
              <a:gd name="connsiteX24" fmla="*/ 505104 w 1010208"/>
              <a:gd name="connsiteY24" fmla="*/ 179832 h 467664"/>
              <a:gd name="connsiteX25" fmla="*/ 279552 w 1010208"/>
              <a:gd name="connsiteY25" fmla="*/ 179832 h 467664"/>
              <a:gd name="connsiteX26" fmla="*/ 333552 w 1010208"/>
              <a:gd name="connsiteY26" fmla="*/ 233832 h 467664"/>
              <a:gd name="connsiteX27" fmla="*/ 279552 w 1010208"/>
              <a:gd name="connsiteY27" fmla="*/ 287832 h 467664"/>
              <a:gd name="connsiteX28" fmla="*/ 225552 w 1010208"/>
              <a:gd name="connsiteY28" fmla="*/ 233832 h 467664"/>
              <a:gd name="connsiteX29" fmla="*/ 279552 w 1010208"/>
              <a:gd name="connsiteY29" fmla="*/ 179832 h 467664"/>
              <a:gd name="connsiteX30" fmla="*/ 54000 w 1010208"/>
              <a:gd name="connsiteY30" fmla="*/ 179832 h 467664"/>
              <a:gd name="connsiteX31" fmla="*/ 108000 w 1010208"/>
              <a:gd name="connsiteY31" fmla="*/ 233832 h 467664"/>
              <a:gd name="connsiteX32" fmla="*/ 54000 w 1010208"/>
              <a:gd name="connsiteY32" fmla="*/ 287832 h 467664"/>
              <a:gd name="connsiteX33" fmla="*/ 0 w 1010208"/>
              <a:gd name="connsiteY33" fmla="*/ 233832 h 467664"/>
              <a:gd name="connsiteX34" fmla="*/ 54000 w 1010208"/>
              <a:gd name="connsiteY34" fmla="*/ 179832 h 467664"/>
              <a:gd name="connsiteX35" fmla="*/ 956208 w 1010208"/>
              <a:gd name="connsiteY35" fmla="*/ 0 h 467664"/>
              <a:gd name="connsiteX36" fmla="*/ 1010208 w 1010208"/>
              <a:gd name="connsiteY36" fmla="*/ 54000 h 467664"/>
              <a:gd name="connsiteX37" fmla="*/ 956208 w 1010208"/>
              <a:gd name="connsiteY37" fmla="*/ 108000 h 467664"/>
              <a:gd name="connsiteX38" fmla="*/ 902208 w 1010208"/>
              <a:gd name="connsiteY38" fmla="*/ 54000 h 467664"/>
              <a:gd name="connsiteX39" fmla="*/ 956208 w 1010208"/>
              <a:gd name="connsiteY39" fmla="*/ 0 h 467664"/>
              <a:gd name="connsiteX40" fmla="*/ 730656 w 1010208"/>
              <a:gd name="connsiteY40" fmla="*/ 0 h 467664"/>
              <a:gd name="connsiteX41" fmla="*/ 784656 w 1010208"/>
              <a:gd name="connsiteY41" fmla="*/ 54000 h 467664"/>
              <a:gd name="connsiteX42" fmla="*/ 730656 w 1010208"/>
              <a:gd name="connsiteY42" fmla="*/ 108000 h 467664"/>
              <a:gd name="connsiteX43" fmla="*/ 676656 w 1010208"/>
              <a:gd name="connsiteY43" fmla="*/ 54000 h 467664"/>
              <a:gd name="connsiteX44" fmla="*/ 730656 w 1010208"/>
              <a:gd name="connsiteY44" fmla="*/ 0 h 467664"/>
              <a:gd name="connsiteX45" fmla="*/ 505104 w 1010208"/>
              <a:gd name="connsiteY45" fmla="*/ 0 h 467664"/>
              <a:gd name="connsiteX46" fmla="*/ 559104 w 1010208"/>
              <a:gd name="connsiteY46" fmla="*/ 54000 h 467664"/>
              <a:gd name="connsiteX47" fmla="*/ 505104 w 1010208"/>
              <a:gd name="connsiteY47" fmla="*/ 108000 h 467664"/>
              <a:gd name="connsiteX48" fmla="*/ 451104 w 1010208"/>
              <a:gd name="connsiteY48" fmla="*/ 54000 h 467664"/>
              <a:gd name="connsiteX49" fmla="*/ 505104 w 1010208"/>
              <a:gd name="connsiteY49" fmla="*/ 0 h 467664"/>
              <a:gd name="connsiteX50" fmla="*/ 279552 w 1010208"/>
              <a:gd name="connsiteY50" fmla="*/ 0 h 467664"/>
              <a:gd name="connsiteX51" fmla="*/ 333552 w 1010208"/>
              <a:gd name="connsiteY51" fmla="*/ 54000 h 467664"/>
              <a:gd name="connsiteX52" fmla="*/ 279552 w 1010208"/>
              <a:gd name="connsiteY52" fmla="*/ 108000 h 467664"/>
              <a:gd name="connsiteX53" fmla="*/ 225552 w 1010208"/>
              <a:gd name="connsiteY53" fmla="*/ 54000 h 467664"/>
              <a:gd name="connsiteX54" fmla="*/ 279552 w 1010208"/>
              <a:gd name="connsiteY54" fmla="*/ 0 h 467664"/>
              <a:gd name="connsiteX55" fmla="*/ 54000 w 1010208"/>
              <a:gd name="connsiteY55" fmla="*/ 0 h 467664"/>
              <a:gd name="connsiteX56" fmla="*/ 108000 w 1010208"/>
              <a:gd name="connsiteY56" fmla="*/ 54000 h 467664"/>
              <a:gd name="connsiteX57" fmla="*/ 54000 w 1010208"/>
              <a:gd name="connsiteY57" fmla="*/ 108000 h 467664"/>
              <a:gd name="connsiteX58" fmla="*/ 0 w 1010208"/>
              <a:gd name="connsiteY58" fmla="*/ 54000 h 467664"/>
              <a:gd name="connsiteX59" fmla="*/ 54000 w 1010208"/>
              <a:gd name="connsiteY59" fmla="*/ 0 h 467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1010208" h="467664">
                <a:moveTo>
                  <a:pt x="505104" y="359664"/>
                </a:moveTo>
                <a:cubicBezTo>
                  <a:pt x="534927" y="359664"/>
                  <a:pt x="559104" y="383841"/>
                  <a:pt x="559104" y="413664"/>
                </a:cubicBezTo>
                <a:cubicBezTo>
                  <a:pt x="559104" y="443487"/>
                  <a:pt x="534927" y="467664"/>
                  <a:pt x="505104" y="467664"/>
                </a:cubicBezTo>
                <a:cubicBezTo>
                  <a:pt x="475281" y="467664"/>
                  <a:pt x="451104" y="443487"/>
                  <a:pt x="451104" y="413664"/>
                </a:cubicBezTo>
                <a:cubicBezTo>
                  <a:pt x="451104" y="383841"/>
                  <a:pt x="475281" y="359664"/>
                  <a:pt x="505104" y="359664"/>
                </a:cubicBezTo>
                <a:close/>
                <a:moveTo>
                  <a:pt x="279552" y="359664"/>
                </a:moveTo>
                <a:cubicBezTo>
                  <a:pt x="309375" y="359664"/>
                  <a:pt x="333552" y="383841"/>
                  <a:pt x="333552" y="413664"/>
                </a:cubicBezTo>
                <a:cubicBezTo>
                  <a:pt x="333552" y="443487"/>
                  <a:pt x="309375" y="467664"/>
                  <a:pt x="279552" y="467664"/>
                </a:cubicBezTo>
                <a:cubicBezTo>
                  <a:pt x="249729" y="467664"/>
                  <a:pt x="225552" y="443487"/>
                  <a:pt x="225552" y="413664"/>
                </a:cubicBezTo>
                <a:cubicBezTo>
                  <a:pt x="225552" y="383841"/>
                  <a:pt x="249729" y="359664"/>
                  <a:pt x="279552" y="359664"/>
                </a:cubicBezTo>
                <a:close/>
                <a:moveTo>
                  <a:pt x="54000" y="359664"/>
                </a:moveTo>
                <a:cubicBezTo>
                  <a:pt x="83823" y="359664"/>
                  <a:pt x="108000" y="383841"/>
                  <a:pt x="108000" y="413664"/>
                </a:cubicBezTo>
                <a:cubicBezTo>
                  <a:pt x="108000" y="443487"/>
                  <a:pt x="83823" y="467664"/>
                  <a:pt x="54000" y="467664"/>
                </a:cubicBezTo>
                <a:cubicBezTo>
                  <a:pt x="24177" y="467664"/>
                  <a:pt x="0" y="443487"/>
                  <a:pt x="0" y="413664"/>
                </a:cubicBezTo>
                <a:cubicBezTo>
                  <a:pt x="0" y="383841"/>
                  <a:pt x="24177" y="359664"/>
                  <a:pt x="54000" y="359664"/>
                </a:cubicBezTo>
                <a:close/>
                <a:moveTo>
                  <a:pt x="730656" y="179832"/>
                </a:moveTo>
                <a:cubicBezTo>
                  <a:pt x="760479" y="179832"/>
                  <a:pt x="784656" y="204009"/>
                  <a:pt x="784656" y="233832"/>
                </a:cubicBezTo>
                <a:cubicBezTo>
                  <a:pt x="784656" y="263655"/>
                  <a:pt x="760479" y="287832"/>
                  <a:pt x="730656" y="287832"/>
                </a:cubicBezTo>
                <a:cubicBezTo>
                  <a:pt x="700833" y="287832"/>
                  <a:pt x="676656" y="263655"/>
                  <a:pt x="676656" y="233832"/>
                </a:cubicBezTo>
                <a:cubicBezTo>
                  <a:pt x="676656" y="204009"/>
                  <a:pt x="700833" y="179832"/>
                  <a:pt x="730656" y="179832"/>
                </a:cubicBezTo>
                <a:close/>
                <a:moveTo>
                  <a:pt x="505104" y="179832"/>
                </a:moveTo>
                <a:cubicBezTo>
                  <a:pt x="534927" y="179832"/>
                  <a:pt x="559104" y="204009"/>
                  <a:pt x="559104" y="233832"/>
                </a:cubicBezTo>
                <a:cubicBezTo>
                  <a:pt x="559104" y="263655"/>
                  <a:pt x="534927" y="287832"/>
                  <a:pt x="505104" y="287832"/>
                </a:cubicBezTo>
                <a:cubicBezTo>
                  <a:pt x="475281" y="287832"/>
                  <a:pt x="451104" y="263655"/>
                  <a:pt x="451104" y="233832"/>
                </a:cubicBezTo>
                <a:cubicBezTo>
                  <a:pt x="451104" y="204009"/>
                  <a:pt x="475281" y="179832"/>
                  <a:pt x="505104" y="179832"/>
                </a:cubicBezTo>
                <a:close/>
                <a:moveTo>
                  <a:pt x="279552" y="179832"/>
                </a:moveTo>
                <a:cubicBezTo>
                  <a:pt x="309375" y="179832"/>
                  <a:pt x="333552" y="204009"/>
                  <a:pt x="333552" y="233832"/>
                </a:cubicBezTo>
                <a:cubicBezTo>
                  <a:pt x="333552" y="263655"/>
                  <a:pt x="309375" y="287832"/>
                  <a:pt x="279552" y="287832"/>
                </a:cubicBezTo>
                <a:cubicBezTo>
                  <a:pt x="249729" y="287832"/>
                  <a:pt x="225552" y="263655"/>
                  <a:pt x="225552" y="233832"/>
                </a:cubicBezTo>
                <a:cubicBezTo>
                  <a:pt x="225552" y="204009"/>
                  <a:pt x="249729" y="179832"/>
                  <a:pt x="279552" y="179832"/>
                </a:cubicBezTo>
                <a:close/>
                <a:moveTo>
                  <a:pt x="54000" y="179832"/>
                </a:moveTo>
                <a:cubicBezTo>
                  <a:pt x="83823" y="179832"/>
                  <a:pt x="108000" y="204009"/>
                  <a:pt x="108000" y="233832"/>
                </a:cubicBezTo>
                <a:cubicBezTo>
                  <a:pt x="108000" y="263655"/>
                  <a:pt x="83823" y="287832"/>
                  <a:pt x="54000" y="287832"/>
                </a:cubicBezTo>
                <a:cubicBezTo>
                  <a:pt x="24177" y="287832"/>
                  <a:pt x="0" y="263655"/>
                  <a:pt x="0" y="233832"/>
                </a:cubicBezTo>
                <a:cubicBezTo>
                  <a:pt x="0" y="204009"/>
                  <a:pt x="24177" y="179832"/>
                  <a:pt x="54000" y="179832"/>
                </a:cubicBezTo>
                <a:close/>
                <a:moveTo>
                  <a:pt x="956208" y="0"/>
                </a:moveTo>
                <a:cubicBezTo>
                  <a:pt x="986031" y="0"/>
                  <a:pt x="1010208" y="24177"/>
                  <a:pt x="1010208" y="54000"/>
                </a:cubicBezTo>
                <a:cubicBezTo>
                  <a:pt x="1010208" y="83823"/>
                  <a:pt x="986031" y="108000"/>
                  <a:pt x="956208" y="108000"/>
                </a:cubicBezTo>
                <a:cubicBezTo>
                  <a:pt x="926385" y="108000"/>
                  <a:pt x="902208" y="83823"/>
                  <a:pt x="902208" y="54000"/>
                </a:cubicBezTo>
                <a:cubicBezTo>
                  <a:pt x="902208" y="24177"/>
                  <a:pt x="926385" y="0"/>
                  <a:pt x="956208" y="0"/>
                </a:cubicBezTo>
                <a:close/>
                <a:moveTo>
                  <a:pt x="730656" y="0"/>
                </a:moveTo>
                <a:cubicBezTo>
                  <a:pt x="760479" y="0"/>
                  <a:pt x="784656" y="24177"/>
                  <a:pt x="784656" y="54000"/>
                </a:cubicBezTo>
                <a:cubicBezTo>
                  <a:pt x="784656" y="83823"/>
                  <a:pt x="760479" y="108000"/>
                  <a:pt x="730656" y="108000"/>
                </a:cubicBezTo>
                <a:cubicBezTo>
                  <a:pt x="700833" y="108000"/>
                  <a:pt x="676656" y="83823"/>
                  <a:pt x="676656" y="54000"/>
                </a:cubicBezTo>
                <a:cubicBezTo>
                  <a:pt x="676656" y="24177"/>
                  <a:pt x="700833" y="0"/>
                  <a:pt x="730656" y="0"/>
                </a:cubicBezTo>
                <a:close/>
                <a:moveTo>
                  <a:pt x="505104" y="0"/>
                </a:moveTo>
                <a:cubicBezTo>
                  <a:pt x="534927" y="0"/>
                  <a:pt x="559104" y="24177"/>
                  <a:pt x="559104" y="54000"/>
                </a:cubicBezTo>
                <a:cubicBezTo>
                  <a:pt x="559104" y="83823"/>
                  <a:pt x="534927" y="108000"/>
                  <a:pt x="505104" y="108000"/>
                </a:cubicBezTo>
                <a:cubicBezTo>
                  <a:pt x="475281" y="108000"/>
                  <a:pt x="451104" y="83823"/>
                  <a:pt x="451104" y="54000"/>
                </a:cubicBezTo>
                <a:cubicBezTo>
                  <a:pt x="451104" y="24177"/>
                  <a:pt x="475281" y="0"/>
                  <a:pt x="505104" y="0"/>
                </a:cubicBezTo>
                <a:close/>
                <a:moveTo>
                  <a:pt x="279552" y="0"/>
                </a:moveTo>
                <a:cubicBezTo>
                  <a:pt x="309375" y="0"/>
                  <a:pt x="333552" y="24177"/>
                  <a:pt x="333552" y="54000"/>
                </a:cubicBezTo>
                <a:cubicBezTo>
                  <a:pt x="333552" y="83823"/>
                  <a:pt x="309375" y="108000"/>
                  <a:pt x="279552" y="108000"/>
                </a:cubicBezTo>
                <a:cubicBezTo>
                  <a:pt x="249729" y="108000"/>
                  <a:pt x="225552" y="83823"/>
                  <a:pt x="225552" y="54000"/>
                </a:cubicBezTo>
                <a:cubicBezTo>
                  <a:pt x="225552" y="24177"/>
                  <a:pt x="249729" y="0"/>
                  <a:pt x="279552" y="0"/>
                </a:cubicBezTo>
                <a:close/>
                <a:moveTo>
                  <a:pt x="54000" y="0"/>
                </a:moveTo>
                <a:cubicBezTo>
                  <a:pt x="83823" y="0"/>
                  <a:pt x="108000" y="24177"/>
                  <a:pt x="108000" y="54000"/>
                </a:cubicBezTo>
                <a:cubicBezTo>
                  <a:pt x="108000" y="83823"/>
                  <a:pt x="83823" y="108000"/>
                  <a:pt x="54000" y="108000"/>
                </a:cubicBezTo>
                <a:cubicBezTo>
                  <a:pt x="24177" y="108000"/>
                  <a:pt x="0" y="83823"/>
                  <a:pt x="0" y="54000"/>
                </a:cubicBezTo>
                <a:cubicBezTo>
                  <a:pt x="0" y="24177"/>
                  <a:pt x="24177" y="0"/>
                  <a:pt x="5400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randombar(horizontal)">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4"/>
                                        </p:tgtEl>
                                        <p:attrNameLst>
                                          <p:attrName>style.visibility</p:attrName>
                                        </p:attrNameLst>
                                      </p:cBhvr>
                                      <p:to>
                                        <p:strVal val="visible"/>
                                      </p:to>
                                    </p:set>
                                    <p:animEffect transition="in" filter="wipe(down)">
                                      <p:cBhvr>
                                        <p:cTn id="17" dur="500"/>
                                        <p:tgtEl>
                                          <p:spTgt spid="44"/>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randombar(horizontal)">
                                      <p:cBhvr>
                                        <p:cTn id="2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1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黑色的鱼&#10;&#10;中度可信度描述已自动生成"/>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7" name="文本框 6"/>
          <p:cNvSpPr txBox="1"/>
          <p:nvPr/>
        </p:nvSpPr>
        <p:spPr>
          <a:xfrm>
            <a:off x="5172262" y="611340"/>
            <a:ext cx="2031325" cy="1200329"/>
          </a:xfrm>
          <a:prstGeom prst="rect">
            <a:avLst/>
          </a:prstGeom>
          <a:noFill/>
        </p:spPr>
        <p:txBody>
          <a:bodyPr wrap="none" rtlCol="0">
            <a:spAutoFit/>
          </a:bodyPr>
          <a:lstStyle/>
          <a:p>
            <a:pPr algn="ctr"/>
            <a:r>
              <a:rPr lang="zh-CN" altLang="en-US" sz="7200" dirty="0">
                <a:solidFill>
                  <a:schemeClr val="bg1"/>
                </a:solidFill>
                <a:latin typeface="汉仪大宋简" panose="02010609000101010101" pitchFamily="49" charset="-122"/>
                <a:ea typeface="汉仪大宋简" panose="02010609000101010101" pitchFamily="49" charset="-122"/>
              </a:rPr>
              <a:t>目录</a:t>
            </a:r>
          </a:p>
        </p:txBody>
      </p:sp>
      <p:sp>
        <p:nvSpPr>
          <p:cNvPr id="31" name="文本框 30"/>
          <p:cNvSpPr txBox="1"/>
          <p:nvPr/>
        </p:nvSpPr>
        <p:spPr>
          <a:xfrm>
            <a:off x="2912533" y="1281531"/>
            <a:ext cx="6366934" cy="276999"/>
          </a:xfrm>
          <a:prstGeom prst="rect">
            <a:avLst/>
          </a:prstGeom>
          <a:noFill/>
        </p:spPr>
        <p:txBody>
          <a:bodyPr wrap="square" rtlCol="0">
            <a:spAutoFit/>
          </a:bodyPr>
          <a:lstStyle/>
          <a:p>
            <a:pPr algn="dist"/>
            <a:r>
              <a:rPr lang="en-US" altLang="zh-CN" sz="1200">
                <a:solidFill>
                  <a:schemeClr val="accent1"/>
                </a:solidFill>
              </a:rPr>
              <a:t>CONTENTS</a:t>
            </a:r>
            <a:endParaRPr lang="zh-CN" altLang="en-US" sz="1200">
              <a:solidFill>
                <a:schemeClr val="accent1"/>
              </a:solidFill>
            </a:endParaRPr>
          </a:p>
        </p:txBody>
      </p:sp>
      <p:pic>
        <p:nvPicPr>
          <p:cNvPr id="44" name="图片 43" descr="电脑游戏的截图&#10;&#10;低可信度描述已自动生成"/>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3378" y="2390969"/>
            <a:ext cx="4295283" cy="3218158"/>
          </a:xfrm>
          <a:prstGeom prst="rect">
            <a:avLst/>
          </a:prstGeom>
        </p:spPr>
      </p:pic>
      <p:grpSp>
        <p:nvGrpSpPr>
          <p:cNvPr id="47" name="组合 46"/>
          <p:cNvGrpSpPr/>
          <p:nvPr/>
        </p:nvGrpSpPr>
        <p:grpSpPr>
          <a:xfrm>
            <a:off x="5727092" y="2447578"/>
            <a:ext cx="4249387" cy="653684"/>
            <a:chOff x="2311929" y="2747099"/>
            <a:chExt cx="4249387" cy="653684"/>
          </a:xfrm>
        </p:grpSpPr>
        <p:grpSp>
          <p:nvGrpSpPr>
            <p:cNvPr id="48" name="组合 47"/>
            <p:cNvGrpSpPr/>
            <p:nvPr/>
          </p:nvGrpSpPr>
          <p:grpSpPr>
            <a:xfrm>
              <a:off x="2311929" y="2747099"/>
              <a:ext cx="756203" cy="648000"/>
              <a:chOff x="2311929" y="2747100"/>
              <a:chExt cx="756203" cy="648000"/>
            </a:xfrm>
          </p:grpSpPr>
          <p:sp>
            <p:nvSpPr>
              <p:cNvPr id="50" name="矩形: 圆角 49"/>
              <p:cNvSpPr/>
              <p:nvPr/>
            </p:nvSpPr>
            <p:spPr>
              <a:xfrm rot="2700000">
                <a:off x="2337628" y="2747100"/>
                <a:ext cx="648000" cy="648000"/>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400" i="0" u="none" strike="noStrike" kern="0" cap="none" spc="0" normalizeH="0" baseline="0" noProof="0" dirty="0">
                  <a:ln>
                    <a:noFill/>
                  </a:ln>
                  <a:solidFill>
                    <a:schemeClr val="bg1"/>
                  </a:solidFill>
                  <a:effectLst/>
                  <a:uLnTx/>
                  <a:uFillTx/>
                  <a:latin typeface="汉仪大宋简" panose="02010609000101010101" pitchFamily="49" charset="-122"/>
                  <a:ea typeface="汉仪大宋简" panose="02010609000101010101" pitchFamily="49" charset="-122"/>
                </a:endParaRPr>
              </a:p>
            </p:txBody>
          </p:sp>
          <p:sp>
            <p:nvSpPr>
              <p:cNvPr id="51" name="文本框 50"/>
              <p:cNvSpPr txBox="1"/>
              <p:nvPr/>
            </p:nvSpPr>
            <p:spPr>
              <a:xfrm>
                <a:off x="2311929" y="2821405"/>
                <a:ext cx="756203" cy="523220"/>
              </a:xfrm>
              <a:prstGeom prst="rect">
                <a:avLst/>
              </a:prstGeom>
              <a:noFill/>
            </p:spPr>
            <p:txBody>
              <a:bodyPr wrap="square">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2800" i="0" u="none" strike="noStrike" kern="0" cap="none" spc="0" normalizeH="0" baseline="0" noProof="0" dirty="0">
                    <a:ln>
                      <a:noFill/>
                    </a:ln>
                    <a:solidFill>
                      <a:schemeClr val="bg1"/>
                    </a:solidFill>
                    <a:effectLst/>
                    <a:uLnTx/>
                    <a:uFillTx/>
                    <a:latin typeface="汉仪大宋简" panose="02010609000101010101" pitchFamily="49" charset="-122"/>
                    <a:ea typeface="汉仪大宋简" panose="02010609000101010101" pitchFamily="49" charset="-122"/>
                  </a:rPr>
                  <a:t>01</a:t>
                </a:r>
                <a:endParaRPr kumimoji="0" lang="zh-CN" altLang="en-US" sz="2800" i="0" u="none" strike="noStrike" kern="0" cap="none" spc="0" normalizeH="0" baseline="0" noProof="0" dirty="0">
                  <a:ln>
                    <a:noFill/>
                  </a:ln>
                  <a:solidFill>
                    <a:schemeClr val="bg1"/>
                  </a:solidFill>
                  <a:effectLst/>
                  <a:uLnTx/>
                  <a:uFillTx/>
                  <a:latin typeface="汉仪大宋简" panose="02010609000101010101" pitchFamily="49" charset="-122"/>
                  <a:ea typeface="汉仪大宋简" panose="02010609000101010101" pitchFamily="49" charset="-122"/>
                </a:endParaRPr>
              </a:p>
            </p:txBody>
          </p:sp>
        </p:grpSp>
        <p:sp>
          <p:nvSpPr>
            <p:cNvPr id="49" name="文本框 20"/>
            <p:cNvSpPr txBox="1">
              <a:spLocks noChangeArrowheads="1"/>
            </p:cNvSpPr>
            <p:nvPr/>
          </p:nvSpPr>
          <p:spPr bwMode="auto">
            <a:xfrm>
              <a:off x="3168076" y="2754452"/>
              <a:ext cx="339324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marL="0" marR="0" lvl="0" indent="0" algn="l" defTabSz="1219200" rtl="0" eaLnBrk="1" fontAlgn="auto" latinLnBrk="0" hangingPunct="1">
                <a:lnSpc>
                  <a:spcPct val="100000"/>
                </a:lnSpc>
                <a:spcBef>
                  <a:spcPct val="0"/>
                </a:spcBef>
                <a:spcAft>
                  <a:spcPct val="0"/>
                </a:spcAft>
                <a:buClrTx/>
                <a:buSzTx/>
                <a:buFont typeface="Arial" panose="020B0604020202020204" pitchFamily="34" charset="0"/>
                <a:buNone/>
                <a:defRPr/>
              </a:pPr>
              <a:r>
                <a:rPr kumimoji="0" lang="zh-CN" altLang="en-US" sz="3600" i="0" u="none" strike="noStrike" kern="0" cap="none" spc="0" normalizeH="0" baseline="0" noProof="0" dirty="0">
                  <a:ln>
                    <a:noFill/>
                  </a:ln>
                  <a:solidFill>
                    <a:schemeClr val="bg1"/>
                  </a:solidFill>
                  <a:effectLst/>
                  <a:uLnTx/>
                  <a:uFillTx/>
                  <a:latin typeface="汉仪大宋简" panose="02010609000101010101" pitchFamily="49" charset="-122"/>
                  <a:ea typeface="汉仪大宋简" panose="02010609000101010101" pitchFamily="49" charset="-122"/>
                </a:rPr>
                <a:t>民法典是什么</a:t>
              </a:r>
            </a:p>
          </p:txBody>
        </p:sp>
      </p:grpSp>
      <p:grpSp>
        <p:nvGrpSpPr>
          <p:cNvPr id="52" name="组合 51"/>
          <p:cNvGrpSpPr/>
          <p:nvPr/>
        </p:nvGrpSpPr>
        <p:grpSpPr>
          <a:xfrm>
            <a:off x="5727092" y="3650044"/>
            <a:ext cx="5506576" cy="653684"/>
            <a:chOff x="2311929" y="2747099"/>
            <a:chExt cx="5506576" cy="653684"/>
          </a:xfrm>
        </p:grpSpPr>
        <p:grpSp>
          <p:nvGrpSpPr>
            <p:cNvPr id="53" name="组合 52"/>
            <p:cNvGrpSpPr/>
            <p:nvPr/>
          </p:nvGrpSpPr>
          <p:grpSpPr>
            <a:xfrm>
              <a:off x="2311929" y="2747099"/>
              <a:ext cx="756203" cy="648000"/>
              <a:chOff x="2311929" y="2747100"/>
              <a:chExt cx="756203" cy="648000"/>
            </a:xfrm>
          </p:grpSpPr>
          <p:sp>
            <p:nvSpPr>
              <p:cNvPr id="55" name="矩形: 圆角 54"/>
              <p:cNvSpPr/>
              <p:nvPr/>
            </p:nvSpPr>
            <p:spPr>
              <a:xfrm rot="2700000">
                <a:off x="2337628" y="2747100"/>
                <a:ext cx="648000" cy="648000"/>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400" i="0" u="none" strike="noStrike" kern="0" cap="none" spc="0" normalizeH="0" baseline="0" noProof="0" dirty="0">
                  <a:ln>
                    <a:noFill/>
                  </a:ln>
                  <a:solidFill>
                    <a:schemeClr val="bg1"/>
                  </a:solidFill>
                  <a:effectLst/>
                  <a:uLnTx/>
                  <a:uFillTx/>
                  <a:latin typeface="汉仪大宋简" panose="02010609000101010101" pitchFamily="49" charset="-122"/>
                  <a:ea typeface="汉仪大宋简" panose="02010609000101010101" pitchFamily="49" charset="-122"/>
                </a:endParaRPr>
              </a:p>
            </p:txBody>
          </p:sp>
          <p:sp>
            <p:nvSpPr>
              <p:cNvPr id="56" name="文本框 55"/>
              <p:cNvSpPr txBox="1"/>
              <p:nvPr/>
            </p:nvSpPr>
            <p:spPr>
              <a:xfrm>
                <a:off x="2311929" y="2821405"/>
                <a:ext cx="756203" cy="523220"/>
              </a:xfrm>
              <a:prstGeom prst="rect">
                <a:avLst/>
              </a:prstGeom>
              <a:noFill/>
            </p:spPr>
            <p:txBody>
              <a:bodyPr wrap="square">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2800" i="0" u="none" strike="noStrike" kern="0" cap="none" spc="0" normalizeH="0" baseline="0" noProof="0" dirty="0">
                    <a:ln>
                      <a:noFill/>
                    </a:ln>
                    <a:solidFill>
                      <a:schemeClr val="bg1"/>
                    </a:solidFill>
                    <a:effectLst/>
                    <a:uLnTx/>
                    <a:uFillTx/>
                    <a:latin typeface="汉仪大宋简" panose="02010609000101010101" pitchFamily="49" charset="-122"/>
                    <a:ea typeface="汉仪大宋简" panose="02010609000101010101" pitchFamily="49" charset="-122"/>
                  </a:rPr>
                  <a:t>02</a:t>
                </a:r>
                <a:endParaRPr kumimoji="0" lang="zh-CN" altLang="en-US" sz="2800" i="0" u="none" strike="noStrike" kern="0" cap="none" spc="0" normalizeH="0" baseline="0" noProof="0" dirty="0">
                  <a:ln>
                    <a:noFill/>
                  </a:ln>
                  <a:solidFill>
                    <a:schemeClr val="bg1"/>
                  </a:solidFill>
                  <a:effectLst/>
                  <a:uLnTx/>
                  <a:uFillTx/>
                  <a:latin typeface="汉仪大宋简" panose="02010609000101010101" pitchFamily="49" charset="-122"/>
                  <a:ea typeface="汉仪大宋简" panose="02010609000101010101" pitchFamily="49" charset="-122"/>
                </a:endParaRPr>
              </a:p>
            </p:txBody>
          </p:sp>
        </p:grpSp>
        <p:sp>
          <p:nvSpPr>
            <p:cNvPr id="54" name="文本框 20"/>
            <p:cNvSpPr txBox="1">
              <a:spLocks noChangeArrowheads="1"/>
            </p:cNvSpPr>
            <p:nvPr/>
          </p:nvSpPr>
          <p:spPr bwMode="auto">
            <a:xfrm>
              <a:off x="3168075" y="2754452"/>
              <a:ext cx="465043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marL="0" marR="0" lvl="0" indent="0" algn="l" defTabSz="1219200" rtl="0" eaLnBrk="1" fontAlgn="auto" latinLnBrk="0" hangingPunct="1">
                <a:lnSpc>
                  <a:spcPct val="100000"/>
                </a:lnSpc>
                <a:spcBef>
                  <a:spcPct val="0"/>
                </a:spcBef>
                <a:spcAft>
                  <a:spcPct val="0"/>
                </a:spcAft>
                <a:buClrTx/>
                <a:buSzTx/>
                <a:buFont typeface="Arial" panose="020B0604020202020204" pitchFamily="34" charset="0"/>
                <a:buNone/>
                <a:defRPr/>
              </a:pPr>
              <a:r>
                <a:rPr kumimoji="0" lang="zh-CN" altLang="en-US" sz="3600" i="0" u="none" strike="noStrike" kern="0" cap="none" spc="0" normalizeH="0" baseline="0" noProof="0" dirty="0">
                  <a:ln>
                    <a:noFill/>
                  </a:ln>
                  <a:solidFill>
                    <a:schemeClr val="bg1"/>
                  </a:solidFill>
                  <a:effectLst/>
                  <a:uLnTx/>
                  <a:uFillTx/>
                  <a:latin typeface="汉仪大宋简" panose="02010609000101010101" pitchFamily="49" charset="-122"/>
                  <a:ea typeface="汉仪大宋简" panose="02010609000101010101" pitchFamily="49" charset="-122"/>
                </a:rPr>
                <a:t>民法典如何保护我们</a:t>
              </a:r>
            </a:p>
          </p:txBody>
        </p:sp>
      </p:grpSp>
      <p:grpSp>
        <p:nvGrpSpPr>
          <p:cNvPr id="57" name="组合 56"/>
          <p:cNvGrpSpPr/>
          <p:nvPr/>
        </p:nvGrpSpPr>
        <p:grpSpPr>
          <a:xfrm>
            <a:off x="5727092" y="4852510"/>
            <a:ext cx="4951667" cy="656976"/>
            <a:chOff x="2311929" y="2738123"/>
            <a:chExt cx="4951667" cy="656976"/>
          </a:xfrm>
        </p:grpSpPr>
        <p:grpSp>
          <p:nvGrpSpPr>
            <p:cNvPr id="58" name="组合 57"/>
            <p:cNvGrpSpPr/>
            <p:nvPr/>
          </p:nvGrpSpPr>
          <p:grpSpPr>
            <a:xfrm>
              <a:off x="2311929" y="2747099"/>
              <a:ext cx="756203" cy="648000"/>
              <a:chOff x="2311929" y="2747100"/>
              <a:chExt cx="756203" cy="648000"/>
            </a:xfrm>
          </p:grpSpPr>
          <p:sp>
            <p:nvSpPr>
              <p:cNvPr id="60" name="矩形: 圆角 59"/>
              <p:cNvSpPr/>
              <p:nvPr/>
            </p:nvSpPr>
            <p:spPr>
              <a:xfrm rot="2700000">
                <a:off x="2337628" y="2747100"/>
                <a:ext cx="648000" cy="648000"/>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400" i="0" u="none" strike="noStrike" kern="0" cap="none" spc="0" normalizeH="0" baseline="0" noProof="0" dirty="0">
                  <a:ln>
                    <a:noFill/>
                  </a:ln>
                  <a:solidFill>
                    <a:schemeClr val="bg1"/>
                  </a:solidFill>
                  <a:effectLst/>
                  <a:uLnTx/>
                  <a:uFillTx/>
                  <a:latin typeface="汉仪大宋简" panose="02010609000101010101" pitchFamily="49" charset="-122"/>
                  <a:ea typeface="汉仪大宋简" panose="02010609000101010101" pitchFamily="49" charset="-122"/>
                </a:endParaRPr>
              </a:p>
            </p:txBody>
          </p:sp>
          <p:sp>
            <p:nvSpPr>
              <p:cNvPr id="61" name="文本框 60"/>
              <p:cNvSpPr txBox="1"/>
              <p:nvPr/>
            </p:nvSpPr>
            <p:spPr>
              <a:xfrm>
                <a:off x="2311929" y="2821405"/>
                <a:ext cx="756203" cy="523220"/>
              </a:xfrm>
              <a:prstGeom prst="rect">
                <a:avLst/>
              </a:prstGeom>
              <a:noFill/>
            </p:spPr>
            <p:txBody>
              <a:bodyPr wrap="square">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2800" i="0" u="none" strike="noStrike" kern="0" cap="none" spc="0" normalizeH="0" baseline="0" noProof="0" dirty="0">
                    <a:ln>
                      <a:noFill/>
                    </a:ln>
                    <a:solidFill>
                      <a:schemeClr val="bg1"/>
                    </a:solidFill>
                    <a:effectLst/>
                    <a:uLnTx/>
                    <a:uFillTx/>
                    <a:latin typeface="汉仪大宋简" panose="02010609000101010101" pitchFamily="49" charset="-122"/>
                    <a:ea typeface="汉仪大宋简" panose="02010609000101010101" pitchFamily="49" charset="-122"/>
                  </a:rPr>
                  <a:t>03</a:t>
                </a:r>
                <a:endParaRPr kumimoji="0" lang="zh-CN" altLang="en-US" sz="2800" i="0" u="none" strike="noStrike" kern="0" cap="none" spc="0" normalizeH="0" baseline="0" noProof="0" dirty="0">
                  <a:ln>
                    <a:noFill/>
                  </a:ln>
                  <a:solidFill>
                    <a:schemeClr val="bg1"/>
                  </a:solidFill>
                  <a:effectLst/>
                  <a:uLnTx/>
                  <a:uFillTx/>
                  <a:latin typeface="汉仪大宋简" panose="02010609000101010101" pitchFamily="49" charset="-122"/>
                  <a:ea typeface="汉仪大宋简" panose="02010609000101010101" pitchFamily="49" charset="-122"/>
                </a:endParaRPr>
              </a:p>
            </p:txBody>
          </p:sp>
        </p:grpSp>
        <p:sp>
          <p:nvSpPr>
            <p:cNvPr id="59" name="文本框 20"/>
            <p:cNvSpPr txBox="1">
              <a:spLocks noChangeArrowheads="1"/>
            </p:cNvSpPr>
            <p:nvPr/>
          </p:nvSpPr>
          <p:spPr bwMode="auto">
            <a:xfrm>
              <a:off x="3168076" y="2738123"/>
              <a:ext cx="409552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marL="0" marR="0" lvl="0" indent="0" algn="l" defTabSz="1219200" rtl="0" eaLnBrk="1" fontAlgn="auto" latinLnBrk="0" hangingPunct="1">
                <a:lnSpc>
                  <a:spcPct val="100000"/>
                </a:lnSpc>
                <a:spcBef>
                  <a:spcPct val="0"/>
                </a:spcBef>
                <a:spcAft>
                  <a:spcPct val="0"/>
                </a:spcAft>
                <a:buClrTx/>
                <a:buSzTx/>
                <a:buFont typeface="Arial" panose="020B0604020202020204" pitchFamily="34" charset="0"/>
                <a:buNone/>
                <a:defRPr/>
              </a:pPr>
              <a:r>
                <a:rPr kumimoji="0" lang="zh-CN" altLang="en-US" sz="3600" i="0" u="none" strike="noStrike" kern="0" cap="none" spc="0" normalizeH="0" baseline="0" noProof="0" dirty="0">
                  <a:ln>
                    <a:noFill/>
                  </a:ln>
                  <a:solidFill>
                    <a:schemeClr val="bg1"/>
                  </a:solidFill>
                  <a:effectLst/>
                  <a:uLnTx/>
                  <a:uFillTx/>
                  <a:latin typeface="汉仪大宋简" panose="02010609000101010101" pitchFamily="49" charset="-122"/>
                  <a:ea typeface="汉仪大宋简" panose="02010609000101010101" pitchFamily="49" charset="-122"/>
                </a:rPr>
                <a:t>生活中的民法典</a:t>
              </a:r>
            </a:p>
          </p:txBody>
        </p:sp>
      </p:grpSp>
    </p:spTree>
  </p:cSld>
  <p:clrMapOvr>
    <a:masterClrMapping/>
  </p:clrMapOvr>
  <mc:AlternateContent xmlns:mc="http://schemas.openxmlformats.org/markup-compatibility/2006" xmlns:p14="http://schemas.microsoft.com/office/powerpoint/2010/main">
    <mc:Choice Requires="p14">
      <p:transition spd="slow" p14:dur="1600" advTm="0">
        <p14:gallery dir="l"/>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31"/>
                                        </p:tgtEl>
                                        <p:attrNameLst>
                                          <p:attrName>style.visibility</p:attrName>
                                        </p:attrNameLst>
                                      </p:cBhvr>
                                      <p:to>
                                        <p:strVal val="visible"/>
                                      </p:to>
                                    </p:set>
                                    <p:animEffect transition="in" filter="barn(inVertical)">
                                      <p:cBhvr>
                                        <p:cTn id="14" dur="500"/>
                                        <p:tgtEl>
                                          <p:spTgt spid="31"/>
                                        </p:tgtEl>
                                      </p:cBhvr>
                                    </p:animEffect>
                                  </p:childTnLst>
                                </p:cTn>
                              </p:par>
                            </p:childTnLst>
                          </p:cTn>
                        </p:par>
                        <p:par>
                          <p:cTn id="15" fill="hold">
                            <p:stCondLst>
                              <p:cond delay="500"/>
                            </p:stCondLst>
                            <p:childTnLst>
                              <p:par>
                                <p:cTn id="16" presetID="42" presetClass="entr" presetSubtype="0" fill="hold" nodeType="afterEffect">
                                  <p:stCondLst>
                                    <p:cond delay="0"/>
                                  </p:stCondLst>
                                  <p:childTnLst>
                                    <p:set>
                                      <p:cBhvr>
                                        <p:cTn id="17" dur="1" fill="hold">
                                          <p:stCondLst>
                                            <p:cond delay="0"/>
                                          </p:stCondLst>
                                        </p:cTn>
                                        <p:tgtEl>
                                          <p:spTgt spid="47"/>
                                        </p:tgtEl>
                                        <p:attrNameLst>
                                          <p:attrName>style.visibility</p:attrName>
                                        </p:attrNameLst>
                                      </p:cBhvr>
                                      <p:to>
                                        <p:strVal val="visible"/>
                                      </p:to>
                                    </p:set>
                                    <p:animEffect transition="in" filter="fade">
                                      <p:cBhvr>
                                        <p:cTn id="18" dur="1000"/>
                                        <p:tgtEl>
                                          <p:spTgt spid="47"/>
                                        </p:tgtEl>
                                      </p:cBhvr>
                                    </p:animEffect>
                                    <p:anim calcmode="lin" valueType="num">
                                      <p:cBhvr>
                                        <p:cTn id="19" dur="1000" fill="hold"/>
                                        <p:tgtEl>
                                          <p:spTgt spid="47"/>
                                        </p:tgtEl>
                                        <p:attrNameLst>
                                          <p:attrName>ppt_x</p:attrName>
                                        </p:attrNameLst>
                                      </p:cBhvr>
                                      <p:tavLst>
                                        <p:tav tm="0">
                                          <p:val>
                                            <p:strVal val="#ppt_x"/>
                                          </p:val>
                                        </p:tav>
                                        <p:tav tm="100000">
                                          <p:val>
                                            <p:strVal val="#ppt_x"/>
                                          </p:val>
                                        </p:tav>
                                      </p:tavLst>
                                    </p:anim>
                                    <p:anim calcmode="lin" valueType="num">
                                      <p:cBhvr>
                                        <p:cTn id="20" dur="1000" fill="hold"/>
                                        <p:tgtEl>
                                          <p:spTgt spid="47"/>
                                        </p:tgtEl>
                                        <p:attrNameLst>
                                          <p:attrName>ppt_y</p:attrName>
                                        </p:attrNameLst>
                                      </p:cBhvr>
                                      <p:tavLst>
                                        <p:tav tm="0">
                                          <p:val>
                                            <p:strVal val="#ppt_y+.1"/>
                                          </p:val>
                                        </p:tav>
                                        <p:tav tm="100000">
                                          <p:val>
                                            <p:strVal val="#ppt_y"/>
                                          </p:val>
                                        </p:tav>
                                      </p:tavLst>
                                    </p:anim>
                                  </p:childTnLst>
                                </p:cTn>
                              </p:par>
                            </p:childTnLst>
                          </p:cTn>
                        </p:par>
                        <p:par>
                          <p:cTn id="21" fill="hold">
                            <p:stCondLst>
                              <p:cond delay="1500"/>
                            </p:stCondLst>
                            <p:childTnLst>
                              <p:par>
                                <p:cTn id="22" presetID="42" presetClass="entr" presetSubtype="0" fill="hold" nodeType="afterEffect">
                                  <p:stCondLst>
                                    <p:cond delay="0"/>
                                  </p:stCondLst>
                                  <p:childTnLst>
                                    <p:set>
                                      <p:cBhvr>
                                        <p:cTn id="23" dur="1" fill="hold">
                                          <p:stCondLst>
                                            <p:cond delay="0"/>
                                          </p:stCondLst>
                                        </p:cTn>
                                        <p:tgtEl>
                                          <p:spTgt spid="52"/>
                                        </p:tgtEl>
                                        <p:attrNameLst>
                                          <p:attrName>style.visibility</p:attrName>
                                        </p:attrNameLst>
                                      </p:cBhvr>
                                      <p:to>
                                        <p:strVal val="visible"/>
                                      </p:to>
                                    </p:set>
                                    <p:animEffect transition="in" filter="fade">
                                      <p:cBhvr>
                                        <p:cTn id="24" dur="1000"/>
                                        <p:tgtEl>
                                          <p:spTgt spid="52"/>
                                        </p:tgtEl>
                                      </p:cBhvr>
                                    </p:animEffect>
                                    <p:anim calcmode="lin" valueType="num">
                                      <p:cBhvr>
                                        <p:cTn id="25" dur="1000" fill="hold"/>
                                        <p:tgtEl>
                                          <p:spTgt spid="52"/>
                                        </p:tgtEl>
                                        <p:attrNameLst>
                                          <p:attrName>ppt_x</p:attrName>
                                        </p:attrNameLst>
                                      </p:cBhvr>
                                      <p:tavLst>
                                        <p:tav tm="0">
                                          <p:val>
                                            <p:strVal val="#ppt_x"/>
                                          </p:val>
                                        </p:tav>
                                        <p:tav tm="100000">
                                          <p:val>
                                            <p:strVal val="#ppt_x"/>
                                          </p:val>
                                        </p:tav>
                                      </p:tavLst>
                                    </p:anim>
                                    <p:anim calcmode="lin" valueType="num">
                                      <p:cBhvr>
                                        <p:cTn id="26" dur="1000" fill="hold"/>
                                        <p:tgtEl>
                                          <p:spTgt spid="52"/>
                                        </p:tgtEl>
                                        <p:attrNameLst>
                                          <p:attrName>ppt_y</p:attrName>
                                        </p:attrNameLst>
                                      </p:cBhvr>
                                      <p:tavLst>
                                        <p:tav tm="0">
                                          <p:val>
                                            <p:strVal val="#ppt_y+.1"/>
                                          </p:val>
                                        </p:tav>
                                        <p:tav tm="100000">
                                          <p:val>
                                            <p:strVal val="#ppt_y"/>
                                          </p:val>
                                        </p:tav>
                                      </p:tavLst>
                                    </p:anim>
                                  </p:childTnLst>
                                </p:cTn>
                              </p:par>
                            </p:childTnLst>
                          </p:cTn>
                        </p:par>
                        <p:par>
                          <p:cTn id="27" fill="hold">
                            <p:stCondLst>
                              <p:cond delay="2500"/>
                            </p:stCondLst>
                            <p:childTnLst>
                              <p:par>
                                <p:cTn id="28" presetID="42" presetClass="entr" presetSubtype="0" fill="hold" nodeType="afterEffect">
                                  <p:stCondLst>
                                    <p:cond delay="0"/>
                                  </p:stCondLst>
                                  <p:childTnLst>
                                    <p:set>
                                      <p:cBhvr>
                                        <p:cTn id="29" dur="1" fill="hold">
                                          <p:stCondLst>
                                            <p:cond delay="0"/>
                                          </p:stCondLst>
                                        </p:cTn>
                                        <p:tgtEl>
                                          <p:spTgt spid="57"/>
                                        </p:tgtEl>
                                        <p:attrNameLst>
                                          <p:attrName>style.visibility</p:attrName>
                                        </p:attrNameLst>
                                      </p:cBhvr>
                                      <p:to>
                                        <p:strVal val="visible"/>
                                      </p:to>
                                    </p:set>
                                    <p:animEffect transition="in" filter="fade">
                                      <p:cBhvr>
                                        <p:cTn id="30" dur="1000"/>
                                        <p:tgtEl>
                                          <p:spTgt spid="57"/>
                                        </p:tgtEl>
                                      </p:cBhvr>
                                    </p:animEffect>
                                    <p:anim calcmode="lin" valueType="num">
                                      <p:cBhvr>
                                        <p:cTn id="31" dur="1000" fill="hold"/>
                                        <p:tgtEl>
                                          <p:spTgt spid="57"/>
                                        </p:tgtEl>
                                        <p:attrNameLst>
                                          <p:attrName>ppt_x</p:attrName>
                                        </p:attrNameLst>
                                      </p:cBhvr>
                                      <p:tavLst>
                                        <p:tav tm="0">
                                          <p:val>
                                            <p:strVal val="#ppt_x"/>
                                          </p:val>
                                        </p:tav>
                                        <p:tav tm="100000">
                                          <p:val>
                                            <p:strVal val="#ppt_x"/>
                                          </p:val>
                                        </p:tav>
                                      </p:tavLst>
                                    </p:anim>
                                    <p:anim calcmode="lin" valueType="num">
                                      <p:cBhvr>
                                        <p:cTn id="32" dur="1000" fill="hold"/>
                                        <p:tgtEl>
                                          <p:spTgt spid="5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形状 4"/>
          <p:cNvSpPr/>
          <p:nvPr/>
        </p:nvSpPr>
        <p:spPr bwMode="auto">
          <a:xfrm>
            <a:off x="5138168" y="5941885"/>
            <a:ext cx="957832" cy="259492"/>
          </a:xfrm>
          <a:custGeom>
            <a:avLst/>
            <a:gdLst>
              <a:gd name="connsiteX0" fmla="*/ 873125 w 1195388"/>
              <a:gd name="connsiteY0" fmla="*/ 0 h 323850"/>
              <a:gd name="connsiteX1" fmla="*/ 1195388 w 1195388"/>
              <a:gd name="connsiteY1" fmla="*/ 323850 h 323850"/>
              <a:gd name="connsiteX2" fmla="*/ 873125 w 1195388"/>
              <a:gd name="connsiteY2" fmla="*/ 323850 h 323850"/>
              <a:gd name="connsiteX3" fmla="*/ 450850 w 1195388"/>
              <a:gd name="connsiteY3" fmla="*/ 0 h 323850"/>
              <a:gd name="connsiteX4" fmla="*/ 773113 w 1195388"/>
              <a:gd name="connsiteY4" fmla="*/ 323850 h 323850"/>
              <a:gd name="connsiteX5" fmla="*/ 450850 w 1195388"/>
              <a:gd name="connsiteY5" fmla="*/ 323850 h 323850"/>
              <a:gd name="connsiteX6" fmla="*/ 0 w 1195388"/>
              <a:gd name="connsiteY6" fmla="*/ 0 h 323850"/>
              <a:gd name="connsiteX7" fmla="*/ 323850 w 1195388"/>
              <a:gd name="connsiteY7" fmla="*/ 323850 h 323850"/>
              <a:gd name="connsiteX8" fmla="*/ 0 w 1195388"/>
              <a:gd name="connsiteY8" fmla="*/ 323850 h 32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5388" h="323850">
                <a:moveTo>
                  <a:pt x="873125" y="0"/>
                </a:moveTo>
                <a:lnTo>
                  <a:pt x="1195388" y="323850"/>
                </a:lnTo>
                <a:lnTo>
                  <a:pt x="873125" y="323850"/>
                </a:lnTo>
                <a:close/>
                <a:moveTo>
                  <a:pt x="450850" y="0"/>
                </a:moveTo>
                <a:lnTo>
                  <a:pt x="773113" y="323850"/>
                </a:lnTo>
                <a:lnTo>
                  <a:pt x="450850" y="323850"/>
                </a:lnTo>
                <a:close/>
                <a:moveTo>
                  <a:pt x="0" y="0"/>
                </a:moveTo>
                <a:lnTo>
                  <a:pt x="323850" y="323850"/>
                </a:lnTo>
                <a:lnTo>
                  <a:pt x="0" y="323850"/>
                </a:lnTo>
                <a:close/>
              </a:path>
            </a:pathLst>
          </a:custGeom>
          <a:gradFill>
            <a:gsLst>
              <a:gs pos="37000">
                <a:schemeClr val="bg1"/>
              </a:gs>
              <a:gs pos="78000">
                <a:schemeClr val="accent1">
                  <a:alpha val="1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bg1"/>
              </a:solidFill>
            </a:endParaRPr>
          </a:p>
        </p:txBody>
      </p:sp>
      <p:sp>
        <p:nvSpPr>
          <p:cNvPr id="35" name="文本框 34"/>
          <p:cNvSpPr txBox="1"/>
          <p:nvPr/>
        </p:nvSpPr>
        <p:spPr>
          <a:xfrm>
            <a:off x="906674" y="2817831"/>
            <a:ext cx="6329599" cy="1200329"/>
          </a:xfrm>
          <a:prstGeom prst="rect">
            <a:avLst/>
          </a:prstGeom>
          <a:noFill/>
        </p:spPr>
        <p:txBody>
          <a:bodyPr wrap="square" rtlCol="0">
            <a:spAutoFit/>
          </a:bodyPr>
          <a:lstStyle/>
          <a:p>
            <a:r>
              <a:rPr lang="zh-CN" altLang="en-US" sz="7200" dirty="0">
                <a:solidFill>
                  <a:schemeClr val="bg1"/>
                </a:solidFill>
                <a:latin typeface="汉仪大宋简" panose="02010609000101010101" pitchFamily="49" charset="-122"/>
                <a:ea typeface="汉仪大宋简" panose="02010609000101010101" pitchFamily="49" charset="-122"/>
              </a:rPr>
              <a:t>民法典是什么</a:t>
            </a:r>
          </a:p>
        </p:txBody>
      </p:sp>
      <p:sp>
        <p:nvSpPr>
          <p:cNvPr id="36" name="TextBox 17"/>
          <p:cNvSpPr txBox="1"/>
          <p:nvPr/>
        </p:nvSpPr>
        <p:spPr>
          <a:xfrm>
            <a:off x="999262" y="4048582"/>
            <a:ext cx="4955204" cy="734432"/>
          </a:xfrm>
          <a:prstGeom prst="rect">
            <a:avLst/>
          </a:prstGeom>
          <a:noFill/>
        </p:spPr>
        <p:txBody>
          <a:bodyPr wrap="square" rtlCol="0">
            <a:spAutoFit/>
          </a:bodyPr>
          <a:lstStyle/>
          <a:p>
            <a:pPr>
              <a:lnSpc>
                <a:spcPct val="130000"/>
              </a:lnSpc>
            </a:pPr>
            <a:r>
              <a:rPr lang="en-US" sz="1100" b="1">
                <a:solidFill>
                  <a:schemeClr val="bg1"/>
                </a:solidFill>
                <a:ea typeface="Roboto Light" charset="0"/>
                <a:cs typeface="Roboto Light" charset="0"/>
              </a:rPr>
              <a:t>Lorem Ipsum </a:t>
            </a:r>
            <a:r>
              <a:rPr lang="en-US" sz="1100">
                <a:solidFill>
                  <a:schemeClr val="bg1"/>
                </a:solidFill>
                <a:ea typeface="Roboto Light" charset="0"/>
                <a:cs typeface="Roboto Light" charset="0"/>
              </a:rPr>
              <a:t>is simply dummy text of the printing and typesetting industry. Lorem Ipsum has been the industry's standard dummy text ever since</a:t>
            </a:r>
          </a:p>
        </p:txBody>
      </p:sp>
      <p:sp>
        <p:nvSpPr>
          <p:cNvPr id="38" name="任意多边形: 形状 37"/>
          <p:cNvSpPr/>
          <p:nvPr/>
        </p:nvSpPr>
        <p:spPr>
          <a:xfrm>
            <a:off x="1049194" y="5376146"/>
            <a:ext cx="664030" cy="130630"/>
          </a:xfrm>
          <a:custGeom>
            <a:avLst/>
            <a:gdLst>
              <a:gd name="connsiteX0" fmla="*/ 598715 w 664030"/>
              <a:gd name="connsiteY0" fmla="*/ 0 h 130630"/>
              <a:gd name="connsiteX1" fmla="*/ 664030 w 664030"/>
              <a:gd name="connsiteY1" fmla="*/ 65315 h 130630"/>
              <a:gd name="connsiteX2" fmla="*/ 598715 w 664030"/>
              <a:gd name="connsiteY2" fmla="*/ 130630 h 130630"/>
              <a:gd name="connsiteX3" fmla="*/ 533400 w 664030"/>
              <a:gd name="connsiteY3" fmla="*/ 65315 h 130630"/>
              <a:gd name="connsiteX4" fmla="*/ 598715 w 664030"/>
              <a:gd name="connsiteY4" fmla="*/ 0 h 130630"/>
              <a:gd name="connsiteX5" fmla="*/ 332015 w 664030"/>
              <a:gd name="connsiteY5" fmla="*/ 0 h 130630"/>
              <a:gd name="connsiteX6" fmla="*/ 397330 w 664030"/>
              <a:gd name="connsiteY6" fmla="*/ 65315 h 130630"/>
              <a:gd name="connsiteX7" fmla="*/ 332015 w 664030"/>
              <a:gd name="connsiteY7" fmla="*/ 130630 h 130630"/>
              <a:gd name="connsiteX8" fmla="*/ 266700 w 664030"/>
              <a:gd name="connsiteY8" fmla="*/ 65315 h 130630"/>
              <a:gd name="connsiteX9" fmla="*/ 332015 w 664030"/>
              <a:gd name="connsiteY9" fmla="*/ 0 h 130630"/>
              <a:gd name="connsiteX10" fmla="*/ 65315 w 664030"/>
              <a:gd name="connsiteY10" fmla="*/ 0 h 130630"/>
              <a:gd name="connsiteX11" fmla="*/ 130630 w 664030"/>
              <a:gd name="connsiteY11" fmla="*/ 65315 h 130630"/>
              <a:gd name="connsiteX12" fmla="*/ 65315 w 664030"/>
              <a:gd name="connsiteY12" fmla="*/ 130630 h 130630"/>
              <a:gd name="connsiteX13" fmla="*/ 0 w 664030"/>
              <a:gd name="connsiteY13" fmla="*/ 65315 h 130630"/>
              <a:gd name="connsiteX14" fmla="*/ 65315 w 664030"/>
              <a:gd name="connsiteY14" fmla="*/ 0 h 130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64030" h="130630">
                <a:moveTo>
                  <a:pt x="598715" y="0"/>
                </a:moveTo>
                <a:cubicBezTo>
                  <a:pt x="634787" y="0"/>
                  <a:pt x="664030" y="29243"/>
                  <a:pt x="664030" y="65315"/>
                </a:cubicBezTo>
                <a:cubicBezTo>
                  <a:pt x="664030" y="101387"/>
                  <a:pt x="634787" y="130630"/>
                  <a:pt x="598715" y="130630"/>
                </a:cubicBezTo>
                <a:cubicBezTo>
                  <a:pt x="562643" y="130630"/>
                  <a:pt x="533400" y="101387"/>
                  <a:pt x="533400" y="65315"/>
                </a:cubicBezTo>
                <a:cubicBezTo>
                  <a:pt x="533400" y="29243"/>
                  <a:pt x="562643" y="0"/>
                  <a:pt x="598715" y="0"/>
                </a:cubicBezTo>
                <a:close/>
                <a:moveTo>
                  <a:pt x="332015" y="0"/>
                </a:moveTo>
                <a:cubicBezTo>
                  <a:pt x="368087" y="0"/>
                  <a:pt x="397330" y="29243"/>
                  <a:pt x="397330" y="65315"/>
                </a:cubicBezTo>
                <a:cubicBezTo>
                  <a:pt x="397330" y="101387"/>
                  <a:pt x="368087" y="130630"/>
                  <a:pt x="332015" y="130630"/>
                </a:cubicBezTo>
                <a:cubicBezTo>
                  <a:pt x="295943" y="130630"/>
                  <a:pt x="266700" y="101387"/>
                  <a:pt x="266700" y="65315"/>
                </a:cubicBezTo>
                <a:cubicBezTo>
                  <a:pt x="266700" y="29243"/>
                  <a:pt x="295943" y="0"/>
                  <a:pt x="332015" y="0"/>
                </a:cubicBezTo>
                <a:close/>
                <a:moveTo>
                  <a:pt x="65315" y="0"/>
                </a:moveTo>
                <a:cubicBezTo>
                  <a:pt x="101387" y="0"/>
                  <a:pt x="130630" y="29243"/>
                  <a:pt x="130630" y="65315"/>
                </a:cubicBezTo>
                <a:cubicBezTo>
                  <a:pt x="130630" y="101387"/>
                  <a:pt x="101387" y="130630"/>
                  <a:pt x="65315" y="130630"/>
                </a:cubicBezTo>
                <a:cubicBezTo>
                  <a:pt x="29243" y="130630"/>
                  <a:pt x="0" y="101387"/>
                  <a:pt x="0" y="65315"/>
                </a:cubicBezTo>
                <a:cubicBezTo>
                  <a:pt x="0" y="29243"/>
                  <a:pt x="29243" y="0"/>
                  <a:pt x="6531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bg1"/>
              </a:solidFill>
            </a:endParaRPr>
          </a:p>
        </p:txBody>
      </p:sp>
      <p:sp>
        <p:nvSpPr>
          <p:cNvPr id="39" name="文本框 38"/>
          <p:cNvSpPr txBox="1"/>
          <p:nvPr/>
        </p:nvSpPr>
        <p:spPr>
          <a:xfrm>
            <a:off x="1066801" y="460684"/>
            <a:ext cx="10439400" cy="276999"/>
          </a:xfrm>
          <a:prstGeom prst="rect">
            <a:avLst/>
          </a:prstGeom>
          <a:noFill/>
        </p:spPr>
        <p:txBody>
          <a:bodyPr wrap="square" rtlCol="0">
            <a:spAutoFit/>
          </a:bodyPr>
          <a:lstStyle/>
          <a:p>
            <a:pPr algn="dist"/>
            <a:r>
              <a:rPr lang="en-US" altLang="zh-CN" sz="1200">
                <a:solidFill>
                  <a:schemeClr val="bg1"/>
                </a:solidFill>
              </a:rPr>
              <a:t>Work Report</a:t>
            </a:r>
            <a:endParaRPr lang="zh-CN" altLang="en-US" sz="1200">
              <a:solidFill>
                <a:schemeClr val="bg1"/>
              </a:solidFill>
            </a:endParaRPr>
          </a:p>
        </p:txBody>
      </p:sp>
      <p:sp>
        <p:nvSpPr>
          <p:cNvPr id="40" name="矩形: 圆角 39"/>
          <p:cNvSpPr/>
          <p:nvPr/>
        </p:nvSpPr>
        <p:spPr>
          <a:xfrm>
            <a:off x="1049007" y="2026493"/>
            <a:ext cx="2280447" cy="54000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汉仪大宋简" panose="02010609000101010101" pitchFamily="49" charset="-122"/>
                <a:ea typeface="汉仪大宋简" panose="02010609000101010101" pitchFamily="49" charset="-122"/>
              </a:rPr>
              <a:t>PART  01</a:t>
            </a:r>
            <a:endParaRPr lang="zh-CN" altLang="en-US" sz="2800" dirty="0">
              <a:solidFill>
                <a:schemeClr val="bg1"/>
              </a:solidFill>
              <a:latin typeface="汉仪大宋简" panose="02010609000101010101" pitchFamily="49" charset="-122"/>
              <a:ea typeface="汉仪大宋简" panose="02010609000101010101" pitchFamily="49" charset="-122"/>
            </a:endParaRPr>
          </a:p>
        </p:txBody>
      </p:sp>
      <p:pic>
        <p:nvPicPr>
          <p:cNvPr id="42" name="图片 41" descr="图片包含 规模, 设备, 桌子, 小&#10;&#10;描述已自动生成"/>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768887" y="2296493"/>
            <a:ext cx="3423851" cy="342385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50" advTm="0">
        <p14:switch dir="r"/>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p:cTn id="7" dur="500" fill="hold"/>
                                        <p:tgtEl>
                                          <p:spTgt spid="35"/>
                                        </p:tgtEl>
                                        <p:attrNameLst>
                                          <p:attrName>ppt_w</p:attrName>
                                        </p:attrNameLst>
                                      </p:cBhvr>
                                      <p:tavLst>
                                        <p:tav tm="0">
                                          <p:val>
                                            <p:fltVal val="0"/>
                                          </p:val>
                                        </p:tav>
                                        <p:tav tm="100000">
                                          <p:val>
                                            <p:strVal val="#ppt_w"/>
                                          </p:val>
                                        </p:tav>
                                      </p:tavLst>
                                    </p:anim>
                                    <p:anim calcmode="lin" valueType="num">
                                      <p:cBhvr>
                                        <p:cTn id="8" dur="500" fill="hold"/>
                                        <p:tgtEl>
                                          <p:spTgt spid="35"/>
                                        </p:tgtEl>
                                        <p:attrNameLst>
                                          <p:attrName>ppt_h</p:attrName>
                                        </p:attrNameLst>
                                      </p:cBhvr>
                                      <p:tavLst>
                                        <p:tav tm="0">
                                          <p:val>
                                            <p:fltVal val="0"/>
                                          </p:val>
                                        </p:tav>
                                        <p:tav tm="100000">
                                          <p:val>
                                            <p:strVal val="#ppt_h"/>
                                          </p:val>
                                        </p:tav>
                                      </p:tavLst>
                                    </p:anim>
                                    <p:animEffect transition="in" filter="fade">
                                      <p:cBhvr>
                                        <p:cTn id="9" dur="500"/>
                                        <p:tgtEl>
                                          <p:spTgt spid="35"/>
                                        </p:tgtEl>
                                      </p:cBhvr>
                                    </p:animEffect>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40"/>
                                        </p:tgtEl>
                                        <p:attrNameLst>
                                          <p:attrName>style.visibility</p:attrName>
                                        </p:attrNameLst>
                                      </p:cBhvr>
                                      <p:to>
                                        <p:strVal val="visible"/>
                                      </p:to>
                                    </p:set>
                                    <p:animEffect transition="in" filter="barn(inVertical)">
                                      <p:cBhvr>
                                        <p:cTn id="14" dur="500"/>
                                        <p:tgtEl>
                                          <p:spTgt spid="40"/>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wipe(down)">
                                      <p:cBhvr>
                                        <p:cTn id="19" dur="500"/>
                                        <p:tgtEl>
                                          <p:spTgt spid="3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38"/>
                                        </p:tgtEl>
                                        <p:attrNameLst>
                                          <p:attrName>style.visibility</p:attrName>
                                        </p:attrNameLst>
                                      </p:cBhvr>
                                      <p:to>
                                        <p:strVal val="visible"/>
                                      </p:to>
                                    </p:set>
                                    <p:animEffect transition="in" filter="fade">
                                      <p:cBhvr>
                                        <p:cTn id="24"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P spid="38" grpId="0" animBg="1"/>
      <p:bldP spid="4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409428" y="613232"/>
            <a:ext cx="2156360" cy="606448"/>
          </a:xfrm>
          <a:prstGeom prst="rect">
            <a:avLst/>
          </a:prstGeom>
          <a:noFill/>
        </p:spPr>
        <p:txBody>
          <a:bodyPr wrap="none" rtlCol="0" anchor="t">
            <a:spAutoFit/>
          </a:bodyPr>
          <a:lstStyle/>
          <a:p>
            <a:pPr algn="l">
              <a:lnSpc>
                <a:spcPct val="130000"/>
              </a:lnSpc>
            </a:pPr>
            <a:r>
              <a:rPr lang="zh-CN" altLang="en-US" sz="2800" dirty="0">
                <a:solidFill>
                  <a:schemeClr val="accent1"/>
                </a:solidFill>
                <a:latin typeface="汉仪大宋简" panose="02010609000101010101" pitchFamily="49" charset="-122"/>
                <a:ea typeface="汉仪大宋简" panose="02010609000101010101" pitchFamily="49" charset="-122"/>
                <a:cs typeface="+mn-ea"/>
                <a:sym typeface="+mn-lt"/>
              </a:rPr>
              <a:t>法律是什么?</a:t>
            </a:r>
          </a:p>
        </p:txBody>
      </p:sp>
      <p:sp>
        <p:nvSpPr>
          <p:cNvPr id="20" name="矩形: 圆角 19"/>
          <p:cNvSpPr/>
          <p:nvPr/>
        </p:nvSpPr>
        <p:spPr>
          <a:xfrm>
            <a:off x="1284110" y="1910445"/>
            <a:ext cx="1536702" cy="677874"/>
          </a:xfrm>
          <a:prstGeom prst="roundRect">
            <a:avLst>
              <a:gd name="adj" fmla="val 50000"/>
            </a:avLst>
          </a:prstGeom>
          <a:solidFill>
            <a:schemeClr val="accent1"/>
          </a:solidFill>
          <a:ln>
            <a:noFill/>
          </a:ln>
          <a:effectLst>
            <a:outerShdw blurRad="254000" dist="101600" dir="5400000" algn="ctr"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2000">
                <a:latin typeface="+mj-ea"/>
                <a:ea typeface="+mj-ea"/>
                <a:sym typeface="+mn-lt"/>
              </a:rPr>
              <a:t>法律</a:t>
            </a:r>
          </a:p>
        </p:txBody>
      </p:sp>
      <p:sp>
        <p:nvSpPr>
          <p:cNvPr id="21" name="矩形: 圆角 20"/>
          <p:cNvSpPr/>
          <p:nvPr/>
        </p:nvSpPr>
        <p:spPr>
          <a:xfrm>
            <a:off x="2886128" y="1909664"/>
            <a:ext cx="6486472" cy="677874"/>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solidFill>
                  <a:schemeClr val="tx1">
                    <a:lumMod val="95000"/>
                    <a:lumOff val="5000"/>
                  </a:schemeClr>
                </a:solidFill>
              </a:rPr>
              <a:t>法律是由国家强制力保证实施的一种特殊行为规范。</a:t>
            </a:r>
          </a:p>
        </p:txBody>
      </p:sp>
      <p:grpSp>
        <p:nvGrpSpPr>
          <p:cNvPr id="24" name="组合 23"/>
          <p:cNvGrpSpPr/>
          <p:nvPr/>
        </p:nvGrpSpPr>
        <p:grpSpPr>
          <a:xfrm>
            <a:off x="3706039" y="3092213"/>
            <a:ext cx="4118578" cy="540000"/>
            <a:chOff x="4683867" y="2062266"/>
            <a:chExt cx="4118578" cy="540000"/>
          </a:xfrm>
        </p:grpSpPr>
        <p:sp>
          <p:nvSpPr>
            <p:cNvPr id="25" name="Rectangle 11"/>
            <p:cNvSpPr>
              <a:spLocks noChangeArrowheads="1"/>
            </p:cNvSpPr>
            <p:nvPr/>
          </p:nvSpPr>
          <p:spPr bwMode="auto">
            <a:xfrm>
              <a:off x="4842445" y="2062266"/>
              <a:ext cx="3960000" cy="540000"/>
            </a:xfrm>
            <a:prstGeom prst="roundRect">
              <a:avLst>
                <a:gd name="adj" fmla="val 50000"/>
              </a:avLst>
            </a:prstGeom>
            <a:solidFill>
              <a:schemeClr val="bg1">
                <a:alpha val="37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756000" rIns="72000" rtlCol="0" anchor="ctr"/>
            <a:lstStyle/>
            <a:p>
              <a:r>
                <a:rPr lang="zh-CN" altLang="en-US">
                  <a:solidFill>
                    <a:schemeClr val="tx1">
                      <a:lumMod val="85000"/>
                      <a:lumOff val="15000"/>
                    </a:schemeClr>
                  </a:solidFill>
                  <a:cs typeface="+mn-ea"/>
                  <a:sym typeface="+mn-lt"/>
                </a:rPr>
                <a:t>由国家制定或认可</a:t>
              </a:r>
              <a:r>
                <a:rPr lang="en-US" altLang="zh-CN">
                  <a:solidFill>
                    <a:schemeClr val="tx1">
                      <a:lumMod val="85000"/>
                      <a:lumOff val="15000"/>
                    </a:schemeClr>
                  </a:solidFill>
                  <a:cs typeface="+mn-ea"/>
                  <a:sym typeface="+mn-lt"/>
                </a:rPr>
                <a:t>;</a:t>
              </a:r>
            </a:p>
          </p:txBody>
        </p:sp>
        <p:sp>
          <p:nvSpPr>
            <p:cNvPr id="26" name="Rectangle 11"/>
            <p:cNvSpPr>
              <a:spLocks noChangeArrowheads="1"/>
            </p:cNvSpPr>
            <p:nvPr/>
          </p:nvSpPr>
          <p:spPr bwMode="auto">
            <a:xfrm>
              <a:off x="4683867" y="2062266"/>
              <a:ext cx="641197" cy="540000"/>
            </a:xfrm>
            <a:prstGeom prst="roundRect">
              <a:avLst>
                <a:gd name="adj" fmla="val 50000"/>
              </a:avLst>
            </a:prstGeom>
            <a:solidFill>
              <a:schemeClr val="accent1"/>
            </a:solidFill>
            <a:ln>
              <a:noFill/>
            </a:ln>
            <a:effectLst>
              <a:outerShdw blurRad="254000" dist="101600" dir="5400000" algn="ctr"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a:latin typeface="+mj-ea"/>
                  <a:ea typeface="+mj-ea"/>
                  <a:sym typeface="+mn-lt"/>
                </a:rPr>
                <a:t>01</a:t>
              </a:r>
              <a:endParaRPr lang="zh-CN" altLang="en-US" sz="2000">
                <a:latin typeface="+mj-ea"/>
                <a:ea typeface="+mj-ea"/>
                <a:sym typeface="+mn-lt"/>
              </a:endParaRPr>
            </a:p>
          </p:txBody>
        </p:sp>
      </p:grpSp>
      <p:grpSp>
        <p:nvGrpSpPr>
          <p:cNvPr id="27" name="组合 26"/>
          <p:cNvGrpSpPr/>
          <p:nvPr/>
        </p:nvGrpSpPr>
        <p:grpSpPr>
          <a:xfrm>
            <a:off x="1131026" y="3247912"/>
            <a:ext cx="2505267" cy="2505267"/>
            <a:chOff x="-2119675" y="1868947"/>
            <a:chExt cx="2484276" cy="2484276"/>
          </a:xfrm>
        </p:grpSpPr>
        <p:sp>
          <p:nvSpPr>
            <p:cNvPr id="28" name="椭圆 27"/>
            <p:cNvSpPr/>
            <p:nvPr/>
          </p:nvSpPr>
          <p:spPr>
            <a:xfrm>
              <a:off x="-2119675" y="1868947"/>
              <a:ext cx="2484276" cy="2484276"/>
            </a:xfrm>
            <a:prstGeom prst="ellipse">
              <a:avLst/>
            </a:prstGeom>
            <a:gradFill>
              <a:gsLst>
                <a:gs pos="73000">
                  <a:srgbClr val="CB232D">
                    <a:lumMod val="5000"/>
                    <a:lumOff val="95000"/>
                    <a:alpha val="0"/>
                  </a:srgbClr>
                </a:gs>
                <a:gs pos="100000">
                  <a:schemeClr val="accent1">
                    <a:alpha val="22000"/>
                  </a:schemeClr>
                </a:gs>
              </a:gsLst>
              <a:lin ang="0" scaled="0"/>
            </a:gradFill>
            <a:ln w="12700" cap="flat" cmpd="sng" algn="ctr">
              <a:gradFill>
                <a:gsLst>
                  <a:gs pos="76000">
                    <a:srgbClr val="CB232D">
                      <a:lumMod val="5000"/>
                      <a:lumOff val="95000"/>
                      <a:alpha val="39000"/>
                    </a:srgbClr>
                  </a:gs>
                  <a:gs pos="100000">
                    <a:schemeClr val="accent1"/>
                  </a:gs>
                </a:gsLst>
                <a:lin ang="0" scaled="0"/>
              </a:gradFill>
              <a:prstDash val="solid"/>
              <a:miter lim="800000"/>
            </a:ln>
            <a:effectLst/>
          </p:spPr>
          <p:txBody>
            <a:bodyPr rtlCol="0" anchor="ctr"/>
            <a:lstStyle/>
            <a:p>
              <a:pPr algn="ctr">
                <a:defRPr/>
              </a:pPr>
              <a:endParaRPr lang="zh-CN" altLang="en-US" sz="1100" kern="0">
                <a:solidFill>
                  <a:schemeClr val="bg1"/>
                </a:solidFill>
                <a:latin typeface="Arial" panose="020B0604020202020204" pitchFamily="34" charset="0"/>
                <a:ea typeface="阿里巴巴普惠体 2.0 65 Medium" panose="00020600040101010101" pitchFamily="18" charset="-122"/>
                <a:cs typeface="+mn-ea"/>
                <a:sym typeface="Arial" panose="020B0604020202020204" pitchFamily="34" charset="0"/>
              </a:endParaRPr>
            </a:p>
          </p:txBody>
        </p:sp>
        <p:sp>
          <p:nvSpPr>
            <p:cNvPr id="29" name="椭圆 28"/>
            <p:cNvSpPr/>
            <p:nvPr/>
          </p:nvSpPr>
          <p:spPr>
            <a:xfrm>
              <a:off x="-1937317" y="2051305"/>
              <a:ext cx="2119562" cy="2119562"/>
            </a:xfrm>
            <a:prstGeom prst="ellipse">
              <a:avLst/>
            </a:prstGeom>
            <a:solidFill>
              <a:schemeClr val="accent1"/>
            </a:solidFill>
            <a:ln>
              <a:solidFill>
                <a:schemeClr val="accent1"/>
              </a:solidFill>
            </a:ln>
            <a:effectLst>
              <a:outerShdw blurRad="254000" dist="101600" dir="5400000" algn="ctr"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2800">
                  <a:ln w="19050">
                    <a:noFill/>
                  </a:ln>
                  <a:solidFill>
                    <a:schemeClr val="bg1"/>
                  </a:solidFill>
                  <a:latin typeface="+mj-ea"/>
                  <a:ea typeface="+mj-ea"/>
                  <a:sym typeface="Arial" panose="020B0604020202020204" pitchFamily="34" charset="0"/>
                </a:rPr>
                <a:t>法律</a:t>
              </a:r>
              <a:endParaRPr lang="en-US" altLang="zh-CN" sz="2800">
                <a:ln w="19050">
                  <a:noFill/>
                </a:ln>
                <a:solidFill>
                  <a:schemeClr val="bg1"/>
                </a:solidFill>
                <a:latin typeface="+mj-ea"/>
                <a:ea typeface="+mj-ea"/>
                <a:sym typeface="Arial" panose="020B0604020202020204" pitchFamily="34" charset="0"/>
              </a:endParaRPr>
            </a:p>
            <a:p>
              <a:pPr algn="ctr"/>
              <a:r>
                <a:rPr lang="zh-CN" altLang="en-US" sz="2800">
                  <a:ln w="19050">
                    <a:noFill/>
                  </a:ln>
                  <a:solidFill>
                    <a:schemeClr val="bg1"/>
                  </a:solidFill>
                  <a:latin typeface="+mj-ea"/>
                  <a:ea typeface="+mj-ea"/>
                  <a:sym typeface="Arial" panose="020B0604020202020204" pitchFamily="34" charset="0"/>
                </a:rPr>
                <a:t>的特征</a:t>
              </a:r>
            </a:p>
          </p:txBody>
        </p:sp>
      </p:grpSp>
      <p:pic>
        <p:nvPicPr>
          <p:cNvPr id="40" name="图片 39" descr="图片包含 文本&#10;&#10;描述已自动生成"/>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346707" y="2955184"/>
            <a:ext cx="3187600" cy="3187600"/>
          </a:xfrm>
          <a:prstGeom prst="rect">
            <a:avLst/>
          </a:prstGeom>
        </p:spPr>
      </p:pic>
      <p:grpSp>
        <p:nvGrpSpPr>
          <p:cNvPr id="50" name="组合 49"/>
          <p:cNvGrpSpPr/>
          <p:nvPr/>
        </p:nvGrpSpPr>
        <p:grpSpPr>
          <a:xfrm>
            <a:off x="3889936" y="3828763"/>
            <a:ext cx="4118578" cy="540000"/>
            <a:chOff x="4683867" y="2062266"/>
            <a:chExt cx="4118578" cy="540000"/>
          </a:xfrm>
        </p:grpSpPr>
        <p:sp>
          <p:nvSpPr>
            <p:cNvPr id="51" name="Rectangle 11"/>
            <p:cNvSpPr>
              <a:spLocks noChangeArrowheads="1"/>
            </p:cNvSpPr>
            <p:nvPr/>
          </p:nvSpPr>
          <p:spPr bwMode="auto">
            <a:xfrm>
              <a:off x="4842445" y="2062266"/>
              <a:ext cx="3960000" cy="540000"/>
            </a:xfrm>
            <a:prstGeom prst="roundRect">
              <a:avLst>
                <a:gd name="adj" fmla="val 50000"/>
              </a:avLst>
            </a:prstGeom>
            <a:solidFill>
              <a:schemeClr val="bg1">
                <a:alpha val="37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756000" rIns="72000" rtlCol="0" anchor="ctr"/>
            <a:lstStyle/>
            <a:p>
              <a:r>
                <a:rPr lang="zh-CN" altLang="en-US">
                  <a:solidFill>
                    <a:schemeClr val="tx1">
                      <a:lumMod val="85000"/>
                      <a:lumOff val="15000"/>
                    </a:schemeClr>
                  </a:solidFill>
                  <a:cs typeface="+mn-ea"/>
                  <a:sym typeface="+mn-lt"/>
                </a:rPr>
                <a:t>由国家强制力保证实施</a:t>
              </a:r>
              <a:r>
                <a:rPr lang="en-US" altLang="zh-CN">
                  <a:solidFill>
                    <a:schemeClr val="tx1">
                      <a:lumMod val="85000"/>
                      <a:lumOff val="15000"/>
                    </a:schemeClr>
                  </a:solidFill>
                  <a:cs typeface="+mn-ea"/>
                  <a:sym typeface="+mn-lt"/>
                </a:rPr>
                <a:t>;</a:t>
              </a:r>
            </a:p>
          </p:txBody>
        </p:sp>
        <p:sp>
          <p:nvSpPr>
            <p:cNvPr id="52" name="Rectangle 11"/>
            <p:cNvSpPr>
              <a:spLocks noChangeArrowheads="1"/>
            </p:cNvSpPr>
            <p:nvPr/>
          </p:nvSpPr>
          <p:spPr bwMode="auto">
            <a:xfrm>
              <a:off x="4683867" y="2062266"/>
              <a:ext cx="641197" cy="540000"/>
            </a:xfrm>
            <a:prstGeom prst="roundRect">
              <a:avLst>
                <a:gd name="adj" fmla="val 50000"/>
              </a:avLst>
            </a:prstGeom>
            <a:solidFill>
              <a:schemeClr val="accent1"/>
            </a:solidFill>
            <a:ln>
              <a:noFill/>
            </a:ln>
            <a:effectLst>
              <a:outerShdw blurRad="254000" dist="101600" dir="5400000" algn="ctr"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a:latin typeface="+mj-ea"/>
                  <a:ea typeface="+mj-ea"/>
                  <a:sym typeface="+mn-lt"/>
                </a:rPr>
                <a:t>02</a:t>
              </a:r>
              <a:endParaRPr lang="zh-CN" altLang="en-US" sz="2000">
                <a:latin typeface="+mj-ea"/>
                <a:ea typeface="+mj-ea"/>
                <a:sym typeface="+mn-lt"/>
              </a:endParaRPr>
            </a:p>
          </p:txBody>
        </p:sp>
      </p:grpSp>
      <p:grpSp>
        <p:nvGrpSpPr>
          <p:cNvPr id="53" name="组合 52"/>
          <p:cNvGrpSpPr/>
          <p:nvPr/>
        </p:nvGrpSpPr>
        <p:grpSpPr>
          <a:xfrm>
            <a:off x="3864617" y="4565313"/>
            <a:ext cx="4118578" cy="540000"/>
            <a:chOff x="4683867" y="2062266"/>
            <a:chExt cx="4118578" cy="540000"/>
          </a:xfrm>
        </p:grpSpPr>
        <p:sp>
          <p:nvSpPr>
            <p:cNvPr id="54" name="Rectangle 11"/>
            <p:cNvSpPr>
              <a:spLocks noChangeArrowheads="1"/>
            </p:cNvSpPr>
            <p:nvPr/>
          </p:nvSpPr>
          <p:spPr bwMode="auto">
            <a:xfrm>
              <a:off x="4842445" y="2062266"/>
              <a:ext cx="3960000" cy="540000"/>
            </a:xfrm>
            <a:prstGeom prst="roundRect">
              <a:avLst>
                <a:gd name="adj" fmla="val 50000"/>
              </a:avLst>
            </a:prstGeom>
            <a:solidFill>
              <a:schemeClr val="bg1">
                <a:alpha val="37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756000" rIns="72000" rtlCol="0" anchor="ctr"/>
            <a:lstStyle/>
            <a:p>
              <a:r>
                <a:rPr lang="zh-CN" altLang="en-US">
                  <a:solidFill>
                    <a:schemeClr val="tx1">
                      <a:lumMod val="85000"/>
                      <a:lumOff val="15000"/>
                    </a:schemeClr>
                  </a:solidFill>
                  <a:cs typeface="+mn-ea"/>
                  <a:sym typeface="+mn-lt"/>
                </a:rPr>
                <a:t>对社会成员具有普遍约束力</a:t>
              </a:r>
              <a:r>
                <a:rPr lang="en-US" altLang="zh-CN">
                  <a:solidFill>
                    <a:schemeClr val="tx1">
                      <a:lumMod val="85000"/>
                      <a:lumOff val="15000"/>
                    </a:schemeClr>
                  </a:solidFill>
                  <a:cs typeface="+mn-ea"/>
                  <a:sym typeface="+mn-lt"/>
                </a:rPr>
                <a:t>;</a:t>
              </a:r>
            </a:p>
          </p:txBody>
        </p:sp>
        <p:sp>
          <p:nvSpPr>
            <p:cNvPr id="55" name="Rectangle 11"/>
            <p:cNvSpPr>
              <a:spLocks noChangeArrowheads="1"/>
            </p:cNvSpPr>
            <p:nvPr/>
          </p:nvSpPr>
          <p:spPr bwMode="auto">
            <a:xfrm>
              <a:off x="4683867" y="2062266"/>
              <a:ext cx="641197" cy="540000"/>
            </a:xfrm>
            <a:prstGeom prst="roundRect">
              <a:avLst>
                <a:gd name="adj" fmla="val 50000"/>
              </a:avLst>
            </a:prstGeom>
            <a:solidFill>
              <a:schemeClr val="accent1"/>
            </a:solidFill>
            <a:ln>
              <a:noFill/>
            </a:ln>
            <a:effectLst>
              <a:outerShdw blurRad="254000" dist="101600" dir="5400000" algn="ctr"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a:latin typeface="+mj-ea"/>
                  <a:ea typeface="+mj-ea"/>
                  <a:sym typeface="+mn-lt"/>
                </a:rPr>
                <a:t>03</a:t>
              </a:r>
              <a:endParaRPr lang="zh-CN" altLang="en-US" sz="2000">
                <a:latin typeface="+mj-ea"/>
                <a:ea typeface="+mj-ea"/>
                <a:sym typeface="+mn-lt"/>
              </a:endParaRPr>
            </a:p>
          </p:txBody>
        </p:sp>
      </p:grpSp>
      <p:grpSp>
        <p:nvGrpSpPr>
          <p:cNvPr id="56" name="组合 55"/>
          <p:cNvGrpSpPr/>
          <p:nvPr/>
        </p:nvGrpSpPr>
        <p:grpSpPr>
          <a:xfrm>
            <a:off x="3680432" y="5301863"/>
            <a:ext cx="4118578" cy="540000"/>
            <a:chOff x="4683867" y="2062266"/>
            <a:chExt cx="4118578" cy="540000"/>
          </a:xfrm>
        </p:grpSpPr>
        <p:sp>
          <p:nvSpPr>
            <p:cNvPr id="57" name="Rectangle 11"/>
            <p:cNvSpPr>
              <a:spLocks noChangeArrowheads="1"/>
            </p:cNvSpPr>
            <p:nvPr/>
          </p:nvSpPr>
          <p:spPr bwMode="auto">
            <a:xfrm>
              <a:off x="4842445" y="2062266"/>
              <a:ext cx="3960000" cy="540000"/>
            </a:xfrm>
            <a:prstGeom prst="roundRect">
              <a:avLst>
                <a:gd name="adj" fmla="val 50000"/>
              </a:avLst>
            </a:prstGeom>
            <a:solidFill>
              <a:schemeClr val="bg1">
                <a:alpha val="37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756000" rIns="72000" rtlCol="0" anchor="ctr"/>
            <a:lstStyle/>
            <a:p>
              <a:r>
                <a:rPr lang="zh-CN" altLang="en-US">
                  <a:solidFill>
                    <a:schemeClr val="tx1">
                      <a:lumMod val="85000"/>
                      <a:lumOff val="15000"/>
                    </a:schemeClr>
                  </a:solidFill>
                  <a:cs typeface="+mn-ea"/>
                  <a:sym typeface="+mn-lt"/>
                </a:rPr>
                <a:t>明确性、稳定性。</a:t>
              </a:r>
              <a:endParaRPr lang="en-US" altLang="zh-CN">
                <a:solidFill>
                  <a:schemeClr val="tx1">
                    <a:lumMod val="85000"/>
                    <a:lumOff val="15000"/>
                  </a:schemeClr>
                </a:solidFill>
                <a:cs typeface="+mn-ea"/>
                <a:sym typeface="+mn-lt"/>
              </a:endParaRPr>
            </a:p>
          </p:txBody>
        </p:sp>
        <p:sp>
          <p:nvSpPr>
            <p:cNvPr id="58" name="Rectangle 11"/>
            <p:cNvSpPr>
              <a:spLocks noChangeArrowheads="1"/>
            </p:cNvSpPr>
            <p:nvPr/>
          </p:nvSpPr>
          <p:spPr bwMode="auto">
            <a:xfrm>
              <a:off x="4683867" y="2062266"/>
              <a:ext cx="641197" cy="540000"/>
            </a:xfrm>
            <a:prstGeom prst="roundRect">
              <a:avLst>
                <a:gd name="adj" fmla="val 50000"/>
              </a:avLst>
            </a:prstGeom>
            <a:solidFill>
              <a:schemeClr val="accent1"/>
            </a:solidFill>
            <a:ln>
              <a:noFill/>
            </a:ln>
            <a:effectLst>
              <a:outerShdw blurRad="254000" dist="101600" dir="5400000" algn="ctr"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a:latin typeface="+mj-ea"/>
                  <a:ea typeface="+mj-ea"/>
                  <a:sym typeface="+mn-lt"/>
                </a:rPr>
                <a:t>04</a:t>
              </a:r>
              <a:endParaRPr lang="zh-CN" altLang="en-US" sz="2000">
                <a:latin typeface="+mj-ea"/>
                <a:ea typeface="+mj-ea"/>
                <a:sym typeface="+mn-lt"/>
              </a:endParaRPr>
            </a:p>
          </p:txBody>
        </p:sp>
      </p:grpSp>
    </p:spTree>
  </p:cSld>
  <p:clrMapOvr>
    <a:masterClrMapping/>
  </p:clrMapOvr>
  <mc:AlternateContent xmlns:mc="http://schemas.openxmlformats.org/markup-compatibility/2006" xmlns:p14="http://schemas.microsoft.com/office/powerpoint/2010/main">
    <mc:Choice Requires="p14">
      <p:transition spd="slow" p14:dur="1600" advTm="0">
        <p14:gallery dir="l"/>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p:cTn id="7" dur="500" fill="hold"/>
                                        <p:tgtEl>
                                          <p:spTgt spid="20"/>
                                        </p:tgtEl>
                                        <p:attrNameLst>
                                          <p:attrName>ppt_w</p:attrName>
                                        </p:attrNameLst>
                                      </p:cBhvr>
                                      <p:tavLst>
                                        <p:tav tm="0">
                                          <p:val>
                                            <p:fltVal val="0"/>
                                          </p:val>
                                        </p:tav>
                                        <p:tav tm="100000">
                                          <p:val>
                                            <p:strVal val="#ppt_w"/>
                                          </p:val>
                                        </p:tav>
                                      </p:tavLst>
                                    </p:anim>
                                    <p:anim calcmode="lin" valueType="num">
                                      <p:cBhvr>
                                        <p:cTn id="8" dur="500" fill="hold"/>
                                        <p:tgtEl>
                                          <p:spTgt spid="20"/>
                                        </p:tgtEl>
                                        <p:attrNameLst>
                                          <p:attrName>ppt_h</p:attrName>
                                        </p:attrNameLst>
                                      </p:cBhvr>
                                      <p:tavLst>
                                        <p:tav tm="0">
                                          <p:val>
                                            <p:fltVal val="0"/>
                                          </p:val>
                                        </p:tav>
                                        <p:tav tm="100000">
                                          <p:val>
                                            <p:strVal val="#ppt_h"/>
                                          </p:val>
                                        </p:tav>
                                      </p:tavLst>
                                    </p:anim>
                                    <p:animEffect transition="in" filter="fade">
                                      <p:cBhvr>
                                        <p:cTn id="9" dur="500"/>
                                        <p:tgtEl>
                                          <p:spTgt spid="20"/>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wipe(left)">
                                      <p:cBhvr>
                                        <p:cTn id="14" dur="500"/>
                                        <p:tgtEl>
                                          <p:spTgt spid="21"/>
                                        </p:tgtEl>
                                      </p:cBhvr>
                                    </p:animEffect>
                                  </p:childTnLst>
                                </p:cTn>
                              </p:par>
                            </p:childTnLst>
                          </p:cTn>
                        </p:par>
                        <p:par>
                          <p:cTn id="15" fill="hold">
                            <p:stCondLst>
                              <p:cond delay="500"/>
                            </p:stCondLst>
                            <p:childTnLst>
                              <p:par>
                                <p:cTn id="16" presetID="22" presetClass="entr" presetSubtype="8" fill="hold" nodeType="after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wipe(left)">
                                      <p:cBhvr>
                                        <p:cTn id="18" dur="500"/>
                                        <p:tgtEl>
                                          <p:spTgt spid="27"/>
                                        </p:tgtEl>
                                      </p:cBhvr>
                                    </p:animEffect>
                                  </p:childTnLst>
                                </p:cTn>
                              </p:par>
                            </p:childTnLst>
                          </p:cTn>
                        </p:par>
                        <p:par>
                          <p:cTn id="19" fill="hold">
                            <p:stCondLst>
                              <p:cond delay="1000"/>
                            </p:stCondLst>
                            <p:childTnLst>
                              <p:par>
                                <p:cTn id="20" presetID="53" presetClass="entr" presetSubtype="16" fill="hold" nodeType="afterEffect">
                                  <p:stCondLst>
                                    <p:cond delay="0"/>
                                  </p:stCondLst>
                                  <p:childTnLst>
                                    <p:set>
                                      <p:cBhvr>
                                        <p:cTn id="21" dur="1" fill="hold">
                                          <p:stCondLst>
                                            <p:cond delay="0"/>
                                          </p:stCondLst>
                                        </p:cTn>
                                        <p:tgtEl>
                                          <p:spTgt spid="24"/>
                                        </p:tgtEl>
                                        <p:attrNameLst>
                                          <p:attrName>style.visibility</p:attrName>
                                        </p:attrNameLst>
                                      </p:cBhvr>
                                      <p:to>
                                        <p:strVal val="visible"/>
                                      </p:to>
                                    </p:set>
                                    <p:anim calcmode="lin" valueType="num">
                                      <p:cBhvr>
                                        <p:cTn id="22" dur="500" fill="hold"/>
                                        <p:tgtEl>
                                          <p:spTgt spid="24"/>
                                        </p:tgtEl>
                                        <p:attrNameLst>
                                          <p:attrName>ppt_w</p:attrName>
                                        </p:attrNameLst>
                                      </p:cBhvr>
                                      <p:tavLst>
                                        <p:tav tm="0">
                                          <p:val>
                                            <p:fltVal val="0"/>
                                          </p:val>
                                        </p:tav>
                                        <p:tav tm="100000">
                                          <p:val>
                                            <p:strVal val="#ppt_w"/>
                                          </p:val>
                                        </p:tav>
                                      </p:tavLst>
                                    </p:anim>
                                    <p:anim calcmode="lin" valueType="num">
                                      <p:cBhvr>
                                        <p:cTn id="23" dur="500" fill="hold"/>
                                        <p:tgtEl>
                                          <p:spTgt spid="24"/>
                                        </p:tgtEl>
                                        <p:attrNameLst>
                                          <p:attrName>ppt_h</p:attrName>
                                        </p:attrNameLst>
                                      </p:cBhvr>
                                      <p:tavLst>
                                        <p:tav tm="0">
                                          <p:val>
                                            <p:fltVal val="0"/>
                                          </p:val>
                                        </p:tav>
                                        <p:tav tm="100000">
                                          <p:val>
                                            <p:strVal val="#ppt_h"/>
                                          </p:val>
                                        </p:tav>
                                      </p:tavLst>
                                    </p:anim>
                                    <p:animEffect transition="in" filter="fade">
                                      <p:cBhvr>
                                        <p:cTn id="24" dur="500"/>
                                        <p:tgtEl>
                                          <p:spTgt spid="24"/>
                                        </p:tgtEl>
                                      </p:cBhvr>
                                    </p:animEffect>
                                  </p:childTnLst>
                                </p:cTn>
                              </p:par>
                            </p:childTnLst>
                          </p:cTn>
                        </p:par>
                        <p:par>
                          <p:cTn id="25" fill="hold">
                            <p:stCondLst>
                              <p:cond delay="1500"/>
                            </p:stCondLst>
                            <p:childTnLst>
                              <p:par>
                                <p:cTn id="26" presetID="53" presetClass="entr" presetSubtype="16" fill="hold" nodeType="afterEffect">
                                  <p:stCondLst>
                                    <p:cond delay="0"/>
                                  </p:stCondLst>
                                  <p:childTnLst>
                                    <p:set>
                                      <p:cBhvr>
                                        <p:cTn id="27" dur="1" fill="hold">
                                          <p:stCondLst>
                                            <p:cond delay="0"/>
                                          </p:stCondLst>
                                        </p:cTn>
                                        <p:tgtEl>
                                          <p:spTgt spid="50"/>
                                        </p:tgtEl>
                                        <p:attrNameLst>
                                          <p:attrName>style.visibility</p:attrName>
                                        </p:attrNameLst>
                                      </p:cBhvr>
                                      <p:to>
                                        <p:strVal val="visible"/>
                                      </p:to>
                                    </p:set>
                                    <p:anim calcmode="lin" valueType="num">
                                      <p:cBhvr>
                                        <p:cTn id="28" dur="500" fill="hold"/>
                                        <p:tgtEl>
                                          <p:spTgt spid="50"/>
                                        </p:tgtEl>
                                        <p:attrNameLst>
                                          <p:attrName>ppt_w</p:attrName>
                                        </p:attrNameLst>
                                      </p:cBhvr>
                                      <p:tavLst>
                                        <p:tav tm="0">
                                          <p:val>
                                            <p:fltVal val="0"/>
                                          </p:val>
                                        </p:tav>
                                        <p:tav tm="100000">
                                          <p:val>
                                            <p:strVal val="#ppt_w"/>
                                          </p:val>
                                        </p:tav>
                                      </p:tavLst>
                                    </p:anim>
                                    <p:anim calcmode="lin" valueType="num">
                                      <p:cBhvr>
                                        <p:cTn id="29" dur="500" fill="hold"/>
                                        <p:tgtEl>
                                          <p:spTgt spid="50"/>
                                        </p:tgtEl>
                                        <p:attrNameLst>
                                          <p:attrName>ppt_h</p:attrName>
                                        </p:attrNameLst>
                                      </p:cBhvr>
                                      <p:tavLst>
                                        <p:tav tm="0">
                                          <p:val>
                                            <p:fltVal val="0"/>
                                          </p:val>
                                        </p:tav>
                                        <p:tav tm="100000">
                                          <p:val>
                                            <p:strVal val="#ppt_h"/>
                                          </p:val>
                                        </p:tav>
                                      </p:tavLst>
                                    </p:anim>
                                    <p:animEffect transition="in" filter="fade">
                                      <p:cBhvr>
                                        <p:cTn id="30" dur="500"/>
                                        <p:tgtEl>
                                          <p:spTgt spid="50"/>
                                        </p:tgtEl>
                                      </p:cBhvr>
                                    </p:animEffect>
                                  </p:childTnLst>
                                </p:cTn>
                              </p:par>
                            </p:childTnLst>
                          </p:cTn>
                        </p:par>
                        <p:par>
                          <p:cTn id="31" fill="hold">
                            <p:stCondLst>
                              <p:cond delay="2000"/>
                            </p:stCondLst>
                            <p:childTnLst>
                              <p:par>
                                <p:cTn id="32" presetID="53" presetClass="entr" presetSubtype="16" fill="hold" nodeType="afterEffect">
                                  <p:stCondLst>
                                    <p:cond delay="0"/>
                                  </p:stCondLst>
                                  <p:childTnLst>
                                    <p:set>
                                      <p:cBhvr>
                                        <p:cTn id="33" dur="1" fill="hold">
                                          <p:stCondLst>
                                            <p:cond delay="0"/>
                                          </p:stCondLst>
                                        </p:cTn>
                                        <p:tgtEl>
                                          <p:spTgt spid="53"/>
                                        </p:tgtEl>
                                        <p:attrNameLst>
                                          <p:attrName>style.visibility</p:attrName>
                                        </p:attrNameLst>
                                      </p:cBhvr>
                                      <p:to>
                                        <p:strVal val="visible"/>
                                      </p:to>
                                    </p:set>
                                    <p:anim calcmode="lin" valueType="num">
                                      <p:cBhvr>
                                        <p:cTn id="34" dur="500" fill="hold"/>
                                        <p:tgtEl>
                                          <p:spTgt spid="53"/>
                                        </p:tgtEl>
                                        <p:attrNameLst>
                                          <p:attrName>ppt_w</p:attrName>
                                        </p:attrNameLst>
                                      </p:cBhvr>
                                      <p:tavLst>
                                        <p:tav tm="0">
                                          <p:val>
                                            <p:fltVal val="0"/>
                                          </p:val>
                                        </p:tav>
                                        <p:tav tm="100000">
                                          <p:val>
                                            <p:strVal val="#ppt_w"/>
                                          </p:val>
                                        </p:tav>
                                      </p:tavLst>
                                    </p:anim>
                                    <p:anim calcmode="lin" valueType="num">
                                      <p:cBhvr>
                                        <p:cTn id="35" dur="500" fill="hold"/>
                                        <p:tgtEl>
                                          <p:spTgt spid="53"/>
                                        </p:tgtEl>
                                        <p:attrNameLst>
                                          <p:attrName>ppt_h</p:attrName>
                                        </p:attrNameLst>
                                      </p:cBhvr>
                                      <p:tavLst>
                                        <p:tav tm="0">
                                          <p:val>
                                            <p:fltVal val="0"/>
                                          </p:val>
                                        </p:tav>
                                        <p:tav tm="100000">
                                          <p:val>
                                            <p:strVal val="#ppt_h"/>
                                          </p:val>
                                        </p:tav>
                                      </p:tavLst>
                                    </p:anim>
                                    <p:animEffect transition="in" filter="fade">
                                      <p:cBhvr>
                                        <p:cTn id="36" dur="500"/>
                                        <p:tgtEl>
                                          <p:spTgt spid="53"/>
                                        </p:tgtEl>
                                      </p:cBhvr>
                                    </p:animEffect>
                                  </p:childTnLst>
                                </p:cTn>
                              </p:par>
                            </p:childTnLst>
                          </p:cTn>
                        </p:par>
                        <p:par>
                          <p:cTn id="37" fill="hold">
                            <p:stCondLst>
                              <p:cond delay="2500"/>
                            </p:stCondLst>
                            <p:childTnLst>
                              <p:par>
                                <p:cTn id="38" presetID="53" presetClass="entr" presetSubtype="16" fill="hold" nodeType="afterEffect">
                                  <p:stCondLst>
                                    <p:cond delay="0"/>
                                  </p:stCondLst>
                                  <p:childTnLst>
                                    <p:set>
                                      <p:cBhvr>
                                        <p:cTn id="39" dur="1" fill="hold">
                                          <p:stCondLst>
                                            <p:cond delay="0"/>
                                          </p:stCondLst>
                                        </p:cTn>
                                        <p:tgtEl>
                                          <p:spTgt spid="56"/>
                                        </p:tgtEl>
                                        <p:attrNameLst>
                                          <p:attrName>style.visibility</p:attrName>
                                        </p:attrNameLst>
                                      </p:cBhvr>
                                      <p:to>
                                        <p:strVal val="visible"/>
                                      </p:to>
                                    </p:set>
                                    <p:anim calcmode="lin" valueType="num">
                                      <p:cBhvr>
                                        <p:cTn id="40" dur="500" fill="hold"/>
                                        <p:tgtEl>
                                          <p:spTgt spid="56"/>
                                        </p:tgtEl>
                                        <p:attrNameLst>
                                          <p:attrName>ppt_w</p:attrName>
                                        </p:attrNameLst>
                                      </p:cBhvr>
                                      <p:tavLst>
                                        <p:tav tm="0">
                                          <p:val>
                                            <p:fltVal val="0"/>
                                          </p:val>
                                        </p:tav>
                                        <p:tav tm="100000">
                                          <p:val>
                                            <p:strVal val="#ppt_w"/>
                                          </p:val>
                                        </p:tav>
                                      </p:tavLst>
                                    </p:anim>
                                    <p:anim calcmode="lin" valueType="num">
                                      <p:cBhvr>
                                        <p:cTn id="41" dur="500" fill="hold"/>
                                        <p:tgtEl>
                                          <p:spTgt spid="56"/>
                                        </p:tgtEl>
                                        <p:attrNameLst>
                                          <p:attrName>ppt_h</p:attrName>
                                        </p:attrNameLst>
                                      </p:cBhvr>
                                      <p:tavLst>
                                        <p:tav tm="0">
                                          <p:val>
                                            <p:fltVal val="0"/>
                                          </p:val>
                                        </p:tav>
                                        <p:tav tm="100000">
                                          <p:val>
                                            <p:strVal val="#ppt_h"/>
                                          </p:val>
                                        </p:tav>
                                      </p:tavLst>
                                    </p:anim>
                                    <p:animEffect transition="in" filter="fade">
                                      <p:cBhvr>
                                        <p:cTn id="42" dur="500"/>
                                        <p:tgtEl>
                                          <p:spTgt spid="56"/>
                                        </p:tgtEl>
                                      </p:cBhvr>
                                    </p:animEffect>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nodeType="clickEffect">
                                  <p:stCondLst>
                                    <p:cond delay="0"/>
                                  </p:stCondLst>
                                  <p:childTnLst>
                                    <p:set>
                                      <p:cBhvr>
                                        <p:cTn id="46" dur="1" fill="hold">
                                          <p:stCondLst>
                                            <p:cond delay="0"/>
                                          </p:stCondLst>
                                        </p:cTn>
                                        <p:tgtEl>
                                          <p:spTgt spid="40"/>
                                        </p:tgtEl>
                                        <p:attrNameLst>
                                          <p:attrName>style.visibility</p:attrName>
                                        </p:attrNameLst>
                                      </p:cBhvr>
                                      <p:to>
                                        <p:strVal val="visible"/>
                                      </p:to>
                                    </p:set>
                                    <p:animEffect transition="in" filter="randombar(horizontal)">
                                      <p:cBhvr>
                                        <p:cTn id="47"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409428" y="613232"/>
            <a:ext cx="2156360" cy="606448"/>
          </a:xfrm>
          <a:prstGeom prst="rect">
            <a:avLst/>
          </a:prstGeom>
          <a:noFill/>
        </p:spPr>
        <p:txBody>
          <a:bodyPr wrap="none" rtlCol="0" anchor="t">
            <a:spAutoFit/>
          </a:bodyPr>
          <a:lstStyle/>
          <a:p>
            <a:pPr algn="l">
              <a:lnSpc>
                <a:spcPct val="130000"/>
              </a:lnSpc>
            </a:pPr>
            <a:r>
              <a:rPr lang="zh-CN" altLang="en-US" sz="2800" dirty="0">
                <a:solidFill>
                  <a:schemeClr val="accent1"/>
                </a:solidFill>
                <a:latin typeface="汉仪大宋简" panose="02010609000101010101" pitchFamily="49" charset="-122"/>
                <a:ea typeface="汉仪大宋简" panose="02010609000101010101" pitchFamily="49" charset="-122"/>
                <a:cs typeface="+mn-ea"/>
                <a:sym typeface="+mn-lt"/>
              </a:rPr>
              <a:t>法律是什么?</a:t>
            </a:r>
          </a:p>
        </p:txBody>
      </p:sp>
      <p:sp>
        <p:nvSpPr>
          <p:cNvPr id="4" name="矩形: 圆角 3"/>
          <p:cNvSpPr/>
          <p:nvPr/>
        </p:nvSpPr>
        <p:spPr>
          <a:xfrm>
            <a:off x="1954778" y="2694715"/>
            <a:ext cx="1536702" cy="677874"/>
          </a:xfrm>
          <a:prstGeom prst="roundRect">
            <a:avLst>
              <a:gd name="adj" fmla="val 50000"/>
            </a:avLst>
          </a:prstGeom>
          <a:solidFill>
            <a:schemeClr val="accent1"/>
          </a:solidFill>
          <a:ln>
            <a:noFill/>
          </a:ln>
          <a:effectLst>
            <a:outerShdw blurRad="254000" dist="101600" dir="5400000" algn="ctr"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2000">
                <a:latin typeface="+mj-ea"/>
                <a:ea typeface="+mj-ea"/>
                <a:sym typeface="+mn-lt"/>
              </a:rPr>
              <a:t>权利</a:t>
            </a:r>
          </a:p>
        </p:txBody>
      </p:sp>
      <p:sp>
        <p:nvSpPr>
          <p:cNvPr id="7" name="矩形: 圆角 6"/>
          <p:cNvSpPr/>
          <p:nvPr/>
        </p:nvSpPr>
        <p:spPr>
          <a:xfrm>
            <a:off x="1344112" y="3492483"/>
            <a:ext cx="2829686" cy="1740809"/>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solidFill>
                  <a:schemeClr val="tx1">
                    <a:lumMod val="95000"/>
                    <a:lumOff val="5000"/>
                  </a:schemeClr>
                </a:solidFill>
              </a:rPr>
              <a:t>哪些可以做</a:t>
            </a:r>
          </a:p>
        </p:txBody>
      </p:sp>
      <p:sp>
        <p:nvSpPr>
          <p:cNvPr id="8" name="矩形: 圆角 7"/>
          <p:cNvSpPr/>
          <p:nvPr/>
        </p:nvSpPr>
        <p:spPr>
          <a:xfrm>
            <a:off x="8769241" y="2694715"/>
            <a:ext cx="1536702" cy="677874"/>
          </a:xfrm>
          <a:prstGeom prst="roundRect">
            <a:avLst>
              <a:gd name="adj" fmla="val 50000"/>
            </a:avLst>
          </a:prstGeom>
          <a:solidFill>
            <a:schemeClr val="accent1"/>
          </a:solidFill>
          <a:ln>
            <a:noFill/>
          </a:ln>
          <a:effectLst>
            <a:outerShdw blurRad="254000" dist="101600" dir="5400000" algn="ctr"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2000">
                <a:latin typeface="+mj-ea"/>
                <a:ea typeface="+mj-ea"/>
                <a:sym typeface="+mn-lt"/>
              </a:rPr>
              <a:t>义务</a:t>
            </a:r>
          </a:p>
        </p:txBody>
      </p:sp>
      <p:sp>
        <p:nvSpPr>
          <p:cNvPr id="13" name="矩形: 圆角 12"/>
          <p:cNvSpPr/>
          <p:nvPr/>
        </p:nvSpPr>
        <p:spPr>
          <a:xfrm>
            <a:off x="8158575" y="3492483"/>
            <a:ext cx="2829686" cy="1740809"/>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solidFill>
                  <a:schemeClr val="tx1">
                    <a:lumMod val="95000"/>
                    <a:lumOff val="5000"/>
                  </a:schemeClr>
                </a:solidFill>
              </a:rPr>
              <a:t>哪些必须做</a:t>
            </a:r>
          </a:p>
          <a:p>
            <a:pPr algn="ctr"/>
            <a:r>
              <a:rPr lang="zh-CN" altLang="en-US" sz="2000">
                <a:solidFill>
                  <a:schemeClr val="tx1">
                    <a:lumMod val="95000"/>
                    <a:lumOff val="5000"/>
                  </a:schemeClr>
                </a:solidFill>
              </a:rPr>
              <a:t>哪些禁止做</a:t>
            </a:r>
          </a:p>
        </p:txBody>
      </p:sp>
      <p:pic>
        <p:nvPicPr>
          <p:cNvPr id="16" name="图片 1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814178" y="2355843"/>
            <a:ext cx="2991750" cy="299175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advTm="0">
        <p14:prism/>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p:cTn id="14" dur="500" fill="hold"/>
                                        <p:tgtEl>
                                          <p:spTgt spid="4"/>
                                        </p:tgtEl>
                                        <p:attrNameLst>
                                          <p:attrName>ppt_w</p:attrName>
                                        </p:attrNameLst>
                                      </p:cBhvr>
                                      <p:tavLst>
                                        <p:tav tm="0">
                                          <p:val>
                                            <p:fltVal val="0"/>
                                          </p:val>
                                        </p:tav>
                                        <p:tav tm="100000">
                                          <p:val>
                                            <p:strVal val="#ppt_w"/>
                                          </p:val>
                                        </p:tav>
                                      </p:tavLst>
                                    </p:anim>
                                    <p:anim calcmode="lin" valueType="num">
                                      <p:cBhvr>
                                        <p:cTn id="15" dur="500" fill="hold"/>
                                        <p:tgtEl>
                                          <p:spTgt spid="4"/>
                                        </p:tgtEl>
                                        <p:attrNameLst>
                                          <p:attrName>ppt_h</p:attrName>
                                        </p:attrNameLst>
                                      </p:cBhvr>
                                      <p:tavLst>
                                        <p:tav tm="0">
                                          <p:val>
                                            <p:fltVal val="0"/>
                                          </p:val>
                                        </p:tav>
                                        <p:tav tm="100000">
                                          <p:val>
                                            <p:strVal val="#ppt_h"/>
                                          </p:val>
                                        </p:tav>
                                      </p:tavLst>
                                    </p:anim>
                                    <p:animEffect transition="in" filter="fade">
                                      <p:cBhvr>
                                        <p:cTn id="16" dur="500"/>
                                        <p:tgtEl>
                                          <p:spTgt spid="4"/>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p:cTn id="19" dur="500" fill="hold"/>
                                        <p:tgtEl>
                                          <p:spTgt spid="8"/>
                                        </p:tgtEl>
                                        <p:attrNameLst>
                                          <p:attrName>ppt_w</p:attrName>
                                        </p:attrNameLst>
                                      </p:cBhvr>
                                      <p:tavLst>
                                        <p:tav tm="0">
                                          <p:val>
                                            <p:fltVal val="0"/>
                                          </p:val>
                                        </p:tav>
                                        <p:tav tm="100000">
                                          <p:val>
                                            <p:strVal val="#ppt_w"/>
                                          </p:val>
                                        </p:tav>
                                      </p:tavLst>
                                    </p:anim>
                                    <p:anim calcmode="lin" valueType="num">
                                      <p:cBhvr>
                                        <p:cTn id="20" dur="500" fill="hold"/>
                                        <p:tgtEl>
                                          <p:spTgt spid="8"/>
                                        </p:tgtEl>
                                        <p:attrNameLst>
                                          <p:attrName>ppt_h</p:attrName>
                                        </p:attrNameLst>
                                      </p:cBhvr>
                                      <p:tavLst>
                                        <p:tav tm="0">
                                          <p:val>
                                            <p:fltVal val="0"/>
                                          </p:val>
                                        </p:tav>
                                        <p:tav tm="100000">
                                          <p:val>
                                            <p:strVal val="#ppt_h"/>
                                          </p:val>
                                        </p:tav>
                                      </p:tavLst>
                                    </p:anim>
                                    <p:animEffect transition="in" filter="fade">
                                      <p:cBhvr>
                                        <p:cTn id="21" dur="500"/>
                                        <p:tgtEl>
                                          <p:spTgt spid="8"/>
                                        </p:tgtEl>
                                      </p:cBhvr>
                                    </p:animEffect>
                                  </p:childTnLst>
                                </p:cTn>
                              </p:par>
                            </p:childTnLst>
                          </p:cTn>
                        </p:par>
                        <p:par>
                          <p:cTn id="22" fill="hold">
                            <p:stCondLst>
                              <p:cond delay="500"/>
                            </p:stCondLst>
                            <p:childTnLst>
                              <p:par>
                                <p:cTn id="23" presetID="16" presetClass="entr" presetSubtype="21" fill="hold" grpId="0" nodeType="after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barn(inVertical)">
                                      <p:cBhvr>
                                        <p:cTn id="25" dur="500"/>
                                        <p:tgtEl>
                                          <p:spTgt spid="7"/>
                                        </p:tgtEl>
                                      </p:cBhvr>
                                    </p:animEffect>
                                  </p:childTnLst>
                                </p:cTn>
                              </p:par>
                            </p:childTnLst>
                          </p:cTn>
                        </p:par>
                        <p:par>
                          <p:cTn id="26" fill="hold">
                            <p:stCondLst>
                              <p:cond delay="1000"/>
                            </p:stCondLst>
                            <p:childTnLst>
                              <p:par>
                                <p:cTn id="27" presetID="16" presetClass="entr" presetSubtype="21" fill="hold" grpId="0" nodeType="after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barn(inVertical)">
                                      <p:cBhvr>
                                        <p:cTn id="2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P spid="1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409428" y="613232"/>
            <a:ext cx="5028941" cy="598241"/>
          </a:xfrm>
          <a:prstGeom prst="rect">
            <a:avLst/>
          </a:prstGeom>
          <a:noFill/>
        </p:spPr>
        <p:txBody>
          <a:bodyPr wrap="none" rtlCol="0" anchor="t">
            <a:spAutoFit/>
          </a:bodyPr>
          <a:lstStyle/>
          <a:p>
            <a:pPr algn="l">
              <a:lnSpc>
                <a:spcPct val="130000"/>
              </a:lnSpc>
            </a:pPr>
            <a:r>
              <a:rPr lang="zh-CN" altLang="en-US" sz="2800" dirty="0">
                <a:solidFill>
                  <a:schemeClr val="accent1"/>
                </a:solidFill>
                <a:latin typeface="汉仪大宋简" panose="02010609000101010101" pitchFamily="49" charset="-122"/>
                <a:ea typeface="汉仪大宋简" panose="02010609000101010101" pitchFamily="49" charset="-122"/>
                <a:cs typeface="+mn-ea"/>
                <a:sym typeface="+mn-lt"/>
              </a:rPr>
              <a:t>与未成年人相关的法律有哪些</a:t>
            </a:r>
            <a:r>
              <a:rPr lang="en-US" altLang="zh-CN" sz="2800" dirty="0">
                <a:solidFill>
                  <a:schemeClr val="accent1"/>
                </a:solidFill>
                <a:latin typeface="汉仪大宋简" panose="02010609000101010101" pitchFamily="49" charset="-122"/>
                <a:ea typeface="汉仪大宋简" panose="02010609000101010101" pitchFamily="49" charset="-122"/>
                <a:cs typeface="+mn-ea"/>
                <a:sym typeface="+mn-lt"/>
              </a:rPr>
              <a:t>?</a:t>
            </a:r>
          </a:p>
        </p:txBody>
      </p:sp>
      <p:grpSp>
        <p:nvGrpSpPr>
          <p:cNvPr id="2" name="组合 1"/>
          <p:cNvGrpSpPr/>
          <p:nvPr/>
        </p:nvGrpSpPr>
        <p:grpSpPr>
          <a:xfrm>
            <a:off x="1708785" y="2547825"/>
            <a:ext cx="4387215" cy="2987561"/>
            <a:chOff x="1708785" y="2547825"/>
            <a:chExt cx="4387215" cy="2987561"/>
          </a:xfrm>
        </p:grpSpPr>
        <p:sp>
          <p:nvSpPr>
            <p:cNvPr id="7" name="矩形: 圆角 6"/>
            <p:cNvSpPr/>
            <p:nvPr/>
          </p:nvSpPr>
          <p:spPr>
            <a:xfrm>
              <a:off x="1708785" y="2594413"/>
              <a:ext cx="4387215" cy="2940973"/>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altLang="zh-CN">
                  <a:solidFill>
                    <a:schemeClr val="tx1">
                      <a:lumMod val="95000"/>
                      <a:lumOff val="5000"/>
                    </a:schemeClr>
                  </a:solidFill>
                </a:rPr>
                <a:t>《</a:t>
              </a:r>
              <a:r>
                <a:rPr lang="zh-CN" altLang="en-US">
                  <a:solidFill>
                    <a:schemeClr val="tx1">
                      <a:lumMod val="95000"/>
                      <a:lumOff val="5000"/>
                    </a:schemeClr>
                  </a:solidFill>
                </a:rPr>
                <a:t>民法典</a:t>
              </a:r>
              <a:r>
                <a:rPr lang="en-US" altLang="zh-CN">
                  <a:solidFill>
                    <a:schemeClr val="tx1">
                      <a:lumMod val="95000"/>
                      <a:lumOff val="5000"/>
                    </a:schemeClr>
                  </a:solidFill>
                </a:rPr>
                <a:t>》</a:t>
              </a:r>
            </a:p>
            <a:p>
              <a:pPr marL="285750" indent="-285750">
                <a:buFont typeface="Arial" panose="020B0604020202020204" pitchFamily="34" charset="0"/>
                <a:buChar char="•"/>
              </a:pPr>
              <a:r>
                <a:rPr lang="en-US" altLang="zh-CN">
                  <a:solidFill>
                    <a:schemeClr val="tx1">
                      <a:lumMod val="95000"/>
                      <a:lumOff val="5000"/>
                    </a:schemeClr>
                  </a:solidFill>
                </a:rPr>
                <a:t>《</a:t>
              </a:r>
              <a:r>
                <a:rPr lang="zh-CN" altLang="en-US">
                  <a:solidFill>
                    <a:schemeClr val="tx1">
                      <a:lumMod val="95000"/>
                      <a:lumOff val="5000"/>
                    </a:schemeClr>
                  </a:solidFill>
                </a:rPr>
                <a:t>预防未成年人犯罪法</a:t>
              </a:r>
              <a:r>
                <a:rPr lang="en-US" altLang="zh-CN">
                  <a:solidFill>
                    <a:schemeClr val="tx1">
                      <a:lumMod val="95000"/>
                      <a:lumOff val="5000"/>
                    </a:schemeClr>
                  </a:solidFill>
                </a:rPr>
                <a:t>》</a:t>
              </a:r>
            </a:p>
            <a:p>
              <a:pPr marL="285750" indent="-285750">
                <a:buFont typeface="Arial" panose="020B0604020202020204" pitchFamily="34" charset="0"/>
                <a:buChar char="•"/>
              </a:pPr>
              <a:r>
                <a:rPr lang="en-US" altLang="zh-CN">
                  <a:solidFill>
                    <a:schemeClr val="tx1">
                      <a:lumMod val="95000"/>
                      <a:lumOff val="5000"/>
                    </a:schemeClr>
                  </a:solidFill>
                </a:rPr>
                <a:t>《</a:t>
              </a:r>
              <a:r>
                <a:rPr lang="zh-CN" altLang="en-US">
                  <a:solidFill>
                    <a:schemeClr val="tx1">
                      <a:lumMod val="95000"/>
                      <a:lumOff val="5000"/>
                    </a:schemeClr>
                  </a:solidFill>
                </a:rPr>
                <a:t>刑法</a:t>
              </a:r>
              <a:r>
                <a:rPr lang="en-US" altLang="zh-CN">
                  <a:solidFill>
                    <a:schemeClr val="tx1">
                      <a:lumMod val="95000"/>
                      <a:lumOff val="5000"/>
                    </a:schemeClr>
                  </a:solidFill>
                </a:rPr>
                <a:t>》</a:t>
              </a:r>
            </a:p>
            <a:p>
              <a:pPr marL="285750" indent="-285750">
                <a:buFont typeface="Arial" panose="020B0604020202020204" pitchFamily="34" charset="0"/>
                <a:buChar char="•"/>
              </a:pPr>
              <a:r>
                <a:rPr lang="en-US" altLang="zh-CN">
                  <a:solidFill>
                    <a:schemeClr val="tx1">
                      <a:lumMod val="95000"/>
                      <a:lumOff val="5000"/>
                    </a:schemeClr>
                  </a:solidFill>
                </a:rPr>
                <a:t>《</a:t>
              </a:r>
              <a:r>
                <a:rPr lang="zh-CN" altLang="en-US">
                  <a:solidFill>
                    <a:schemeClr val="tx1">
                      <a:lumMod val="95000"/>
                      <a:lumOff val="5000"/>
                    </a:schemeClr>
                  </a:solidFill>
                </a:rPr>
                <a:t>治安管理处罚条例</a:t>
              </a:r>
              <a:r>
                <a:rPr lang="en-US" altLang="zh-CN">
                  <a:solidFill>
                    <a:schemeClr val="tx1">
                      <a:lumMod val="95000"/>
                      <a:lumOff val="5000"/>
                    </a:schemeClr>
                  </a:solidFill>
                </a:rPr>
                <a:t>》</a:t>
              </a:r>
            </a:p>
            <a:p>
              <a:pPr marL="285750" indent="-285750">
                <a:buFont typeface="Arial" panose="020B0604020202020204" pitchFamily="34" charset="0"/>
                <a:buChar char="•"/>
              </a:pPr>
              <a:r>
                <a:rPr lang="en-US" altLang="zh-CN">
                  <a:solidFill>
                    <a:schemeClr val="tx1">
                      <a:lumMod val="95000"/>
                      <a:lumOff val="5000"/>
                    </a:schemeClr>
                  </a:solidFill>
                </a:rPr>
                <a:t>《</a:t>
              </a:r>
              <a:r>
                <a:rPr lang="zh-CN" altLang="en-US">
                  <a:solidFill>
                    <a:schemeClr val="tx1">
                      <a:lumMod val="95000"/>
                      <a:lumOff val="5000"/>
                    </a:schemeClr>
                  </a:solidFill>
                </a:rPr>
                <a:t>义务教育法</a:t>
              </a:r>
              <a:r>
                <a:rPr lang="en-US" altLang="zh-CN">
                  <a:solidFill>
                    <a:schemeClr val="tx1">
                      <a:lumMod val="95000"/>
                      <a:lumOff val="5000"/>
                    </a:schemeClr>
                  </a:solidFill>
                </a:rPr>
                <a:t>》</a:t>
              </a:r>
            </a:p>
            <a:p>
              <a:pPr marL="285750" indent="-285750">
                <a:buFont typeface="Arial" panose="020B0604020202020204" pitchFamily="34" charset="0"/>
                <a:buChar char="•"/>
              </a:pPr>
              <a:r>
                <a:rPr lang="en-US" altLang="zh-CN">
                  <a:solidFill>
                    <a:schemeClr val="tx1">
                      <a:lumMod val="95000"/>
                      <a:lumOff val="5000"/>
                    </a:schemeClr>
                  </a:solidFill>
                </a:rPr>
                <a:t>《</a:t>
              </a:r>
              <a:r>
                <a:rPr lang="zh-CN" altLang="en-US">
                  <a:solidFill>
                    <a:schemeClr val="tx1">
                      <a:lumMod val="95000"/>
                      <a:lumOff val="5000"/>
                    </a:schemeClr>
                  </a:solidFill>
                </a:rPr>
                <a:t>未成年人保护法</a:t>
              </a:r>
              <a:r>
                <a:rPr lang="en-US" altLang="zh-CN">
                  <a:solidFill>
                    <a:schemeClr val="tx1">
                      <a:lumMod val="95000"/>
                      <a:lumOff val="5000"/>
                    </a:schemeClr>
                  </a:solidFill>
                </a:rPr>
                <a:t>》</a:t>
              </a:r>
            </a:p>
            <a:p>
              <a:pPr marL="285750" indent="-285750">
                <a:buFont typeface="Arial" panose="020B0604020202020204" pitchFamily="34" charset="0"/>
                <a:buChar char="•"/>
              </a:pPr>
              <a:r>
                <a:rPr lang="en-US" altLang="zh-CN">
                  <a:solidFill>
                    <a:schemeClr val="tx1">
                      <a:lumMod val="95000"/>
                      <a:lumOff val="5000"/>
                    </a:schemeClr>
                  </a:solidFill>
                </a:rPr>
                <a:t>《</a:t>
              </a:r>
              <a:r>
                <a:rPr lang="zh-CN" altLang="en-US">
                  <a:solidFill>
                    <a:schemeClr val="tx1">
                      <a:lumMod val="95000"/>
                      <a:lumOff val="5000"/>
                    </a:schemeClr>
                  </a:solidFill>
                </a:rPr>
                <a:t>收养法</a:t>
              </a:r>
              <a:r>
                <a:rPr lang="en-US" altLang="zh-CN">
                  <a:solidFill>
                    <a:schemeClr val="tx1">
                      <a:lumMod val="95000"/>
                      <a:lumOff val="5000"/>
                    </a:schemeClr>
                  </a:solidFill>
                </a:rPr>
                <a:t>》</a:t>
              </a:r>
            </a:p>
          </p:txBody>
        </p:sp>
        <p:sp>
          <p:nvSpPr>
            <p:cNvPr id="5" name="矩形: 圆角 4"/>
            <p:cNvSpPr/>
            <p:nvPr/>
          </p:nvSpPr>
          <p:spPr>
            <a:xfrm>
              <a:off x="2338431" y="2547825"/>
              <a:ext cx="1536702" cy="72000"/>
            </a:xfrm>
            <a:prstGeom prst="roundRect">
              <a:avLst>
                <a:gd name="adj" fmla="val 50000"/>
              </a:avLst>
            </a:prstGeom>
            <a:solidFill>
              <a:schemeClr val="accent1"/>
            </a:solidFill>
            <a:ln>
              <a:noFill/>
            </a:ln>
            <a:effectLst>
              <a:outerShdw blurRad="254000" dist="101600" dir="5400000" algn="ctr"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a:latin typeface="+mj-ea"/>
                <a:ea typeface="+mj-ea"/>
                <a:sym typeface="+mn-lt"/>
              </a:endParaRPr>
            </a:p>
          </p:txBody>
        </p:sp>
      </p:grpSp>
      <p:pic>
        <p:nvPicPr>
          <p:cNvPr id="10" name="图片 9" descr="卡通人物&#10;&#10;中度可信度描述已自动生成"/>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007711" y="2078601"/>
            <a:ext cx="3671447" cy="367144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50" advTm="0">
        <p14:switch dir="r"/>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randombar(horizontal)">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409428" y="613232"/>
            <a:ext cx="3233578" cy="598241"/>
          </a:xfrm>
          <a:prstGeom prst="rect">
            <a:avLst/>
          </a:prstGeom>
          <a:noFill/>
        </p:spPr>
        <p:txBody>
          <a:bodyPr wrap="none" rtlCol="0" anchor="t">
            <a:spAutoFit/>
          </a:bodyPr>
          <a:lstStyle/>
          <a:p>
            <a:pPr algn="l">
              <a:lnSpc>
                <a:spcPct val="130000"/>
              </a:lnSpc>
            </a:pPr>
            <a:r>
              <a:rPr lang="zh-CN" altLang="en-US" sz="2800" dirty="0">
                <a:solidFill>
                  <a:schemeClr val="accent1"/>
                </a:solidFill>
                <a:latin typeface="汉仪大宋简" panose="02010609000101010101" pitchFamily="49" charset="-122"/>
                <a:ea typeface="汉仪大宋简" panose="02010609000101010101" pitchFamily="49" charset="-122"/>
                <a:cs typeface="+mn-ea"/>
                <a:sym typeface="+mn-lt"/>
              </a:rPr>
              <a:t>什么是</a:t>
            </a:r>
            <a:r>
              <a:rPr lang="en-US" altLang="zh-CN" sz="2800" dirty="0">
                <a:solidFill>
                  <a:schemeClr val="accent1"/>
                </a:solidFill>
                <a:latin typeface="汉仪大宋简" panose="02010609000101010101" pitchFamily="49" charset="-122"/>
                <a:ea typeface="汉仪大宋简" panose="02010609000101010101" pitchFamily="49" charset="-122"/>
                <a:cs typeface="+mn-ea"/>
                <a:sym typeface="+mn-lt"/>
              </a:rPr>
              <a:t>《</a:t>
            </a:r>
            <a:r>
              <a:rPr lang="zh-CN" altLang="en-US" sz="2800" dirty="0">
                <a:solidFill>
                  <a:schemeClr val="accent1"/>
                </a:solidFill>
                <a:latin typeface="汉仪大宋简" panose="02010609000101010101" pitchFamily="49" charset="-122"/>
                <a:ea typeface="汉仪大宋简" panose="02010609000101010101" pitchFamily="49" charset="-122"/>
                <a:cs typeface="+mn-ea"/>
                <a:sym typeface="+mn-lt"/>
              </a:rPr>
              <a:t>民法典</a:t>
            </a:r>
            <a:r>
              <a:rPr lang="en-US" altLang="zh-CN" sz="2800" dirty="0">
                <a:solidFill>
                  <a:schemeClr val="accent1"/>
                </a:solidFill>
                <a:latin typeface="汉仪大宋简" panose="02010609000101010101" pitchFamily="49" charset="-122"/>
                <a:ea typeface="汉仪大宋简" panose="02010609000101010101" pitchFamily="49" charset="-122"/>
                <a:cs typeface="+mn-ea"/>
                <a:sym typeface="+mn-lt"/>
              </a:rPr>
              <a:t>》?</a:t>
            </a:r>
          </a:p>
        </p:txBody>
      </p:sp>
      <p:sp>
        <p:nvSpPr>
          <p:cNvPr id="7" name="矩形: 圆角 6"/>
          <p:cNvSpPr/>
          <p:nvPr/>
        </p:nvSpPr>
        <p:spPr>
          <a:xfrm>
            <a:off x="1398790" y="2028830"/>
            <a:ext cx="4387215" cy="1112173"/>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zh-CN" altLang="en-US">
                <a:solidFill>
                  <a:schemeClr val="tx1">
                    <a:lumMod val="95000"/>
                    <a:lumOff val="5000"/>
                  </a:schemeClr>
                </a:solidFill>
              </a:rPr>
              <a:t>颁布时间</a:t>
            </a:r>
          </a:p>
          <a:p>
            <a:pPr marL="285750" indent="-285750">
              <a:buFont typeface="Arial" panose="020B0604020202020204" pitchFamily="34" charset="0"/>
              <a:buChar char="•"/>
            </a:pPr>
            <a:r>
              <a:rPr lang="en-US" altLang="zh-CN">
                <a:solidFill>
                  <a:schemeClr val="tx1">
                    <a:lumMod val="95000"/>
                    <a:lumOff val="5000"/>
                  </a:schemeClr>
                </a:solidFill>
              </a:rPr>
              <a:t>2020</a:t>
            </a:r>
            <a:r>
              <a:rPr lang="zh-CN" altLang="en-US">
                <a:solidFill>
                  <a:schemeClr val="tx1">
                    <a:lumMod val="95000"/>
                    <a:lumOff val="5000"/>
                  </a:schemeClr>
                </a:solidFill>
              </a:rPr>
              <a:t>年</a:t>
            </a:r>
            <a:r>
              <a:rPr lang="en-US" altLang="zh-CN">
                <a:solidFill>
                  <a:schemeClr val="tx1">
                    <a:lumMod val="95000"/>
                    <a:lumOff val="5000"/>
                  </a:schemeClr>
                </a:solidFill>
              </a:rPr>
              <a:t>5</a:t>
            </a:r>
            <a:r>
              <a:rPr lang="zh-CN" altLang="en-US">
                <a:solidFill>
                  <a:schemeClr val="tx1">
                    <a:lumMod val="95000"/>
                    <a:lumOff val="5000"/>
                  </a:schemeClr>
                </a:solidFill>
              </a:rPr>
              <a:t>月</a:t>
            </a:r>
            <a:r>
              <a:rPr lang="en-US" altLang="zh-CN">
                <a:solidFill>
                  <a:schemeClr val="tx1">
                    <a:lumMod val="95000"/>
                    <a:lumOff val="5000"/>
                  </a:schemeClr>
                </a:solidFill>
              </a:rPr>
              <a:t>28</a:t>
            </a:r>
            <a:r>
              <a:rPr lang="zh-CN" altLang="en-US">
                <a:solidFill>
                  <a:schemeClr val="tx1">
                    <a:lumMod val="95000"/>
                    <a:lumOff val="5000"/>
                  </a:schemeClr>
                </a:solidFill>
              </a:rPr>
              <a:t>日</a:t>
            </a:r>
          </a:p>
        </p:txBody>
      </p:sp>
      <p:sp>
        <p:nvSpPr>
          <p:cNvPr id="8" name="矩形: 圆角 7"/>
          <p:cNvSpPr/>
          <p:nvPr/>
        </p:nvSpPr>
        <p:spPr>
          <a:xfrm>
            <a:off x="1398790" y="3388012"/>
            <a:ext cx="4387215" cy="1112173"/>
          </a:xfrm>
          <a:prstGeom prst="roundRect">
            <a:avLst/>
          </a:prstGeom>
          <a:solidFill>
            <a:schemeClr val="accent1"/>
          </a:solidFill>
          <a:ln>
            <a:noFill/>
          </a:ln>
          <a:effectLst>
            <a:outerShdw blurRad="254000" dist="101600" dir="5400000" algn="ctr"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342900" indent="-342900">
              <a:buFont typeface="Arial" panose="020B0604020202020204" pitchFamily="34" charset="0"/>
              <a:buChar char="•"/>
            </a:pPr>
            <a:r>
              <a:rPr lang="zh-CN" altLang="en-US">
                <a:latin typeface="+mn-ea"/>
              </a:rPr>
              <a:t>施行时间</a:t>
            </a:r>
          </a:p>
          <a:p>
            <a:pPr marL="342900" indent="-342900">
              <a:buFont typeface="Arial" panose="020B0604020202020204" pitchFamily="34" charset="0"/>
              <a:buChar char="•"/>
            </a:pPr>
            <a:r>
              <a:rPr lang="en-US" altLang="zh-CN">
                <a:latin typeface="+mn-ea"/>
              </a:rPr>
              <a:t>2020</a:t>
            </a:r>
            <a:r>
              <a:rPr lang="zh-CN" altLang="en-US">
                <a:latin typeface="+mn-ea"/>
              </a:rPr>
              <a:t>年</a:t>
            </a:r>
            <a:r>
              <a:rPr lang="en-US" altLang="zh-CN">
                <a:latin typeface="+mn-ea"/>
              </a:rPr>
              <a:t>1</a:t>
            </a:r>
            <a:r>
              <a:rPr lang="zh-CN" altLang="en-US">
                <a:latin typeface="+mn-ea"/>
              </a:rPr>
              <a:t>月</a:t>
            </a:r>
            <a:r>
              <a:rPr lang="en-US" altLang="zh-CN">
                <a:latin typeface="+mn-ea"/>
              </a:rPr>
              <a:t>1</a:t>
            </a:r>
            <a:r>
              <a:rPr lang="zh-CN" altLang="en-US">
                <a:latin typeface="+mn-ea"/>
              </a:rPr>
              <a:t>日</a:t>
            </a:r>
          </a:p>
        </p:txBody>
      </p:sp>
      <p:sp>
        <p:nvSpPr>
          <p:cNvPr id="9" name="矩形: 圆角 8"/>
          <p:cNvSpPr/>
          <p:nvPr/>
        </p:nvSpPr>
        <p:spPr>
          <a:xfrm>
            <a:off x="1398790" y="4747195"/>
            <a:ext cx="9443382" cy="1112173"/>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zh-CN" altLang="en-US">
                <a:solidFill>
                  <a:schemeClr val="tx1">
                    <a:lumMod val="95000"/>
                    <a:lumOff val="5000"/>
                  </a:schemeClr>
                </a:solidFill>
              </a:rPr>
              <a:t>民法典是新中国第一部以法典命名的法律</a:t>
            </a:r>
          </a:p>
          <a:p>
            <a:pPr marL="285750" indent="-285750">
              <a:buFont typeface="Arial" panose="020B0604020202020204" pitchFamily="34" charset="0"/>
              <a:buChar char="•"/>
            </a:pPr>
            <a:r>
              <a:rPr lang="zh-CN" altLang="en-US">
                <a:solidFill>
                  <a:schemeClr val="tx1">
                    <a:lumMod val="95000"/>
                    <a:lumOff val="5000"/>
                  </a:schemeClr>
                </a:solidFill>
              </a:rPr>
              <a:t>民法典是民事领域的基础性、综合性法律，是“社会生。活的百科全书”和“民事权利的宣言书”。</a:t>
            </a:r>
          </a:p>
        </p:txBody>
      </p:sp>
      <p:pic>
        <p:nvPicPr>
          <p:cNvPr id="11" name="图片 10" descr="电脑游戏的截图&#10;&#10;低可信度描述已自动生成"/>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308026" y="1649186"/>
            <a:ext cx="4231972" cy="317072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advTm="0">
        <p14:prism isInverted="1"/>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1000"/>
                                        <p:tgtEl>
                                          <p:spTgt spid="11"/>
                                        </p:tgtEl>
                                      </p:cBhvr>
                                    </p:animEffect>
                                    <p:anim calcmode="lin" valueType="num">
                                      <p:cBhvr>
                                        <p:cTn id="22" dur="1000" fill="hold"/>
                                        <p:tgtEl>
                                          <p:spTgt spid="11"/>
                                        </p:tgtEl>
                                        <p:attrNameLst>
                                          <p:attrName>ppt_x</p:attrName>
                                        </p:attrNameLst>
                                      </p:cBhvr>
                                      <p:tavLst>
                                        <p:tav tm="0">
                                          <p:val>
                                            <p:strVal val="#ppt_x"/>
                                          </p:val>
                                        </p:tav>
                                        <p:tav tm="100000">
                                          <p:val>
                                            <p:strVal val="#ppt_x"/>
                                          </p:val>
                                        </p:tav>
                                      </p:tavLst>
                                    </p:anim>
                                    <p:anim calcmode="lin" valueType="num">
                                      <p:cBhvr>
                                        <p:cTn id="2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圆角 21"/>
          <p:cNvSpPr/>
          <p:nvPr/>
        </p:nvSpPr>
        <p:spPr>
          <a:xfrm>
            <a:off x="8522076" y="1805694"/>
            <a:ext cx="1314578" cy="1314578"/>
          </a:xfrm>
          <a:prstGeom prst="roundRect">
            <a:avLst>
              <a:gd name="adj" fmla="val 50000"/>
            </a:avLst>
          </a:prstGeom>
          <a:solidFill>
            <a:schemeClr val="accent1"/>
          </a:solidFill>
          <a:ln>
            <a:noFill/>
          </a:ln>
          <a:effectLst>
            <a:outerShdw blurRad="254000" dist="101600" dir="5400000" algn="ctr"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2000">
              <a:latin typeface="+mj-ea"/>
              <a:ea typeface="+mj-ea"/>
              <a:sym typeface="+mn-lt"/>
            </a:endParaRPr>
          </a:p>
        </p:txBody>
      </p:sp>
      <p:sp>
        <p:nvSpPr>
          <p:cNvPr id="2" name="文本框 1"/>
          <p:cNvSpPr txBox="1"/>
          <p:nvPr/>
        </p:nvSpPr>
        <p:spPr>
          <a:xfrm>
            <a:off x="1409428" y="613232"/>
            <a:ext cx="3233578" cy="598241"/>
          </a:xfrm>
          <a:prstGeom prst="rect">
            <a:avLst/>
          </a:prstGeom>
          <a:noFill/>
        </p:spPr>
        <p:txBody>
          <a:bodyPr wrap="none" rtlCol="0" anchor="t">
            <a:spAutoFit/>
          </a:bodyPr>
          <a:lstStyle/>
          <a:p>
            <a:pPr algn="l">
              <a:lnSpc>
                <a:spcPct val="130000"/>
              </a:lnSpc>
            </a:pPr>
            <a:r>
              <a:rPr lang="zh-CN" altLang="en-US" sz="2800" dirty="0">
                <a:solidFill>
                  <a:schemeClr val="accent1"/>
                </a:solidFill>
                <a:latin typeface="汉仪大宋简" panose="02010609000101010101" pitchFamily="49" charset="-122"/>
                <a:ea typeface="汉仪大宋简" panose="02010609000101010101" pitchFamily="49" charset="-122"/>
                <a:cs typeface="+mn-ea"/>
                <a:sym typeface="+mn-lt"/>
              </a:rPr>
              <a:t>什么是</a:t>
            </a:r>
            <a:r>
              <a:rPr lang="en-US" altLang="zh-CN" sz="2800" dirty="0">
                <a:solidFill>
                  <a:schemeClr val="accent1"/>
                </a:solidFill>
                <a:latin typeface="汉仪大宋简" panose="02010609000101010101" pitchFamily="49" charset="-122"/>
                <a:ea typeface="汉仪大宋简" panose="02010609000101010101" pitchFamily="49" charset="-122"/>
                <a:cs typeface="+mn-ea"/>
                <a:sym typeface="+mn-lt"/>
              </a:rPr>
              <a:t>《</a:t>
            </a:r>
            <a:r>
              <a:rPr lang="zh-CN" altLang="en-US" sz="2800" dirty="0">
                <a:solidFill>
                  <a:schemeClr val="accent1"/>
                </a:solidFill>
                <a:latin typeface="汉仪大宋简" panose="02010609000101010101" pitchFamily="49" charset="-122"/>
                <a:ea typeface="汉仪大宋简" panose="02010609000101010101" pitchFamily="49" charset="-122"/>
                <a:cs typeface="+mn-ea"/>
                <a:sym typeface="+mn-lt"/>
              </a:rPr>
              <a:t>民法典</a:t>
            </a:r>
            <a:r>
              <a:rPr lang="en-US" altLang="zh-CN" sz="2800" dirty="0">
                <a:solidFill>
                  <a:schemeClr val="accent1"/>
                </a:solidFill>
                <a:latin typeface="汉仪大宋简" panose="02010609000101010101" pitchFamily="49" charset="-122"/>
                <a:ea typeface="汉仪大宋简" panose="02010609000101010101" pitchFamily="49" charset="-122"/>
                <a:cs typeface="+mn-ea"/>
                <a:sym typeface="+mn-lt"/>
              </a:rPr>
              <a:t>》?</a:t>
            </a:r>
          </a:p>
        </p:txBody>
      </p:sp>
      <p:sp>
        <p:nvSpPr>
          <p:cNvPr id="3" name="矩形: 圆角 2"/>
          <p:cNvSpPr/>
          <p:nvPr/>
        </p:nvSpPr>
        <p:spPr>
          <a:xfrm>
            <a:off x="1344112" y="2448469"/>
            <a:ext cx="1536702" cy="677874"/>
          </a:xfrm>
          <a:prstGeom prst="roundRect">
            <a:avLst>
              <a:gd name="adj" fmla="val 50000"/>
            </a:avLst>
          </a:prstGeom>
          <a:solidFill>
            <a:schemeClr val="accent1"/>
          </a:solidFill>
          <a:ln>
            <a:noFill/>
          </a:ln>
          <a:effectLst>
            <a:outerShdw blurRad="254000" dist="101600" dir="5400000" algn="ctr"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a:latin typeface="+mj-ea"/>
                <a:ea typeface="+mj-ea"/>
                <a:sym typeface="+mn-lt"/>
              </a:rPr>
              <a:t>7</a:t>
            </a:r>
            <a:r>
              <a:rPr lang="zh-CN" altLang="en-US" sz="2000">
                <a:latin typeface="+mj-ea"/>
                <a:ea typeface="+mj-ea"/>
                <a:sym typeface="+mn-lt"/>
              </a:rPr>
              <a:t>编</a:t>
            </a:r>
          </a:p>
        </p:txBody>
      </p:sp>
      <p:sp>
        <p:nvSpPr>
          <p:cNvPr id="4" name="矩形: 圆角 3"/>
          <p:cNvSpPr/>
          <p:nvPr/>
        </p:nvSpPr>
        <p:spPr>
          <a:xfrm>
            <a:off x="1344112" y="3463454"/>
            <a:ext cx="2336180" cy="1740809"/>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zh-CN" altLang="en-US" sz="2000">
                <a:solidFill>
                  <a:schemeClr val="tx1">
                    <a:lumMod val="95000"/>
                    <a:lumOff val="5000"/>
                  </a:schemeClr>
                </a:solidFill>
              </a:rPr>
              <a:t>婚姻家庭</a:t>
            </a:r>
          </a:p>
          <a:p>
            <a:pPr marL="342900" indent="-342900">
              <a:buFont typeface="Arial" panose="020B0604020202020204" pitchFamily="34" charset="0"/>
              <a:buChar char="•"/>
            </a:pPr>
            <a:r>
              <a:rPr lang="zh-CN" altLang="en-US" sz="2000">
                <a:solidFill>
                  <a:schemeClr val="tx1">
                    <a:lumMod val="95000"/>
                    <a:lumOff val="5000"/>
                  </a:schemeClr>
                </a:solidFill>
              </a:rPr>
              <a:t>侵权责任</a:t>
            </a:r>
          </a:p>
          <a:p>
            <a:pPr marL="342900" indent="-342900">
              <a:buFont typeface="Arial" panose="020B0604020202020204" pitchFamily="34" charset="0"/>
              <a:buChar char="•"/>
            </a:pPr>
            <a:r>
              <a:rPr lang="zh-CN" altLang="en-US" sz="2000">
                <a:solidFill>
                  <a:schemeClr val="tx1">
                    <a:lumMod val="95000"/>
                    <a:lumOff val="5000"/>
                  </a:schemeClr>
                </a:solidFill>
              </a:rPr>
              <a:t>人格权</a:t>
            </a:r>
          </a:p>
          <a:p>
            <a:pPr marL="342900" indent="-342900">
              <a:buFont typeface="Arial" panose="020B0604020202020204" pitchFamily="34" charset="0"/>
              <a:buChar char="•"/>
            </a:pPr>
            <a:r>
              <a:rPr lang="zh-CN" altLang="en-US" sz="2000">
                <a:solidFill>
                  <a:schemeClr val="tx1">
                    <a:lumMod val="95000"/>
                    <a:lumOff val="5000"/>
                  </a:schemeClr>
                </a:solidFill>
              </a:rPr>
              <a:t>总则</a:t>
            </a:r>
          </a:p>
        </p:txBody>
      </p:sp>
      <p:sp>
        <p:nvSpPr>
          <p:cNvPr id="6" name="矩形: 圆角 5"/>
          <p:cNvSpPr/>
          <p:nvPr/>
        </p:nvSpPr>
        <p:spPr>
          <a:xfrm>
            <a:off x="3012634" y="2448469"/>
            <a:ext cx="1536702" cy="677874"/>
          </a:xfrm>
          <a:prstGeom prst="roundRect">
            <a:avLst>
              <a:gd name="adj" fmla="val 50000"/>
            </a:avLst>
          </a:prstGeom>
          <a:solidFill>
            <a:schemeClr val="accent1"/>
          </a:solidFill>
          <a:ln>
            <a:noFill/>
          </a:ln>
          <a:effectLst>
            <a:outerShdw blurRad="254000" dist="101600" dir="5400000" algn="ctr"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a:latin typeface="+mj-ea"/>
                <a:ea typeface="+mj-ea"/>
                <a:sym typeface="+mn-lt"/>
              </a:rPr>
              <a:t>1260</a:t>
            </a:r>
            <a:r>
              <a:rPr lang="zh-CN" altLang="en-US" sz="2000">
                <a:latin typeface="+mj-ea"/>
                <a:ea typeface="+mj-ea"/>
                <a:sym typeface="+mn-lt"/>
              </a:rPr>
              <a:t>条</a:t>
            </a:r>
          </a:p>
        </p:txBody>
      </p:sp>
      <p:sp>
        <p:nvSpPr>
          <p:cNvPr id="7" name="矩形: 圆角 6"/>
          <p:cNvSpPr/>
          <p:nvPr/>
        </p:nvSpPr>
        <p:spPr>
          <a:xfrm>
            <a:off x="4681157" y="2448469"/>
            <a:ext cx="1536702" cy="677874"/>
          </a:xfrm>
          <a:prstGeom prst="roundRect">
            <a:avLst>
              <a:gd name="adj" fmla="val 50000"/>
            </a:avLst>
          </a:prstGeom>
          <a:solidFill>
            <a:schemeClr val="accent1"/>
          </a:solidFill>
          <a:ln>
            <a:noFill/>
          </a:ln>
          <a:effectLst>
            <a:outerShdw blurRad="254000" dist="101600" dir="5400000" algn="ctr"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2000">
                <a:latin typeface="+mj-ea"/>
                <a:ea typeface="+mj-ea"/>
                <a:sym typeface="+mn-lt"/>
              </a:rPr>
              <a:t>附则</a:t>
            </a:r>
          </a:p>
        </p:txBody>
      </p:sp>
      <p:sp>
        <p:nvSpPr>
          <p:cNvPr id="10" name="矩形: 圆角 9"/>
          <p:cNvSpPr/>
          <p:nvPr/>
        </p:nvSpPr>
        <p:spPr>
          <a:xfrm>
            <a:off x="3948506" y="3463454"/>
            <a:ext cx="2336180" cy="1740809"/>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zh-CN" altLang="en-US" sz="2000">
                <a:solidFill>
                  <a:schemeClr val="tx1">
                    <a:lumMod val="95000"/>
                    <a:lumOff val="5000"/>
                  </a:schemeClr>
                </a:solidFill>
              </a:rPr>
              <a:t>物权</a:t>
            </a:r>
          </a:p>
          <a:p>
            <a:pPr marL="342900" indent="-342900">
              <a:buFont typeface="Arial" panose="020B0604020202020204" pitchFamily="34" charset="0"/>
              <a:buChar char="•"/>
            </a:pPr>
            <a:r>
              <a:rPr lang="zh-CN" altLang="en-US" sz="2000">
                <a:solidFill>
                  <a:schemeClr val="tx1">
                    <a:lumMod val="95000"/>
                    <a:lumOff val="5000"/>
                  </a:schemeClr>
                </a:solidFill>
              </a:rPr>
              <a:t>合同</a:t>
            </a:r>
          </a:p>
          <a:p>
            <a:pPr marL="342900" indent="-342900">
              <a:buFont typeface="Arial" panose="020B0604020202020204" pitchFamily="34" charset="0"/>
              <a:buChar char="•"/>
            </a:pPr>
            <a:r>
              <a:rPr lang="zh-CN" altLang="en-US" sz="2000">
                <a:solidFill>
                  <a:schemeClr val="tx1">
                    <a:lumMod val="95000"/>
                    <a:lumOff val="5000"/>
                  </a:schemeClr>
                </a:solidFill>
              </a:rPr>
              <a:t>继承</a:t>
            </a:r>
          </a:p>
        </p:txBody>
      </p:sp>
      <p:pic>
        <p:nvPicPr>
          <p:cNvPr id="21" name="图片 20" descr="图片包含 箭头&#10;&#10;描述已自动生成"/>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165097" y="1949618"/>
            <a:ext cx="4028537" cy="4028537"/>
          </a:xfrm>
          <a:prstGeom prst="rect">
            <a:avLst/>
          </a:prstGeom>
        </p:spPr>
      </p:pic>
    </p:spTree>
  </p:cSld>
  <p:clrMapOvr>
    <a:masterClrMapping/>
  </p:clrMapOvr>
  <p:transition spd="slow" advTm="0">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barn(inVertical)">
                                      <p:cBhvr>
                                        <p:cTn id="24" dur="500"/>
                                        <p:tgtEl>
                                          <p:spTgt spid="4"/>
                                        </p:tgtEl>
                                      </p:cBhvr>
                                    </p:animEffect>
                                  </p:childTnLst>
                                </p:cTn>
                              </p:par>
                              <p:par>
                                <p:cTn id="25" presetID="16" presetClass="entr" presetSubtype="21"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arn(inVertical)">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1000"/>
                                        <p:tgtEl>
                                          <p:spTgt spid="21"/>
                                        </p:tgtEl>
                                      </p:cBhvr>
                                    </p:animEffect>
                                    <p:anim calcmode="lin" valueType="num">
                                      <p:cBhvr>
                                        <p:cTn id="33" dur="1000" fill="hold"/>
                                        <p:tgtEl>
                                          <p:spTgt spid="21"/>
                                        </p:tgtEl>
                                        <p:attrNameLst>
                                          <p:attrName>ppt_x</p:attrName>
                                        </p:attrNameLst>
                                      </p:cBhvr>
                                      <p:tavLst>
                                        <p:tav tm="0">
                                          <p:val>
                                            <p:strVal val="#ppt_x"/>
                                          </p:val>
                                        </p:tav>
                                        <p:tav tm="100000">
                                          <p:val>
                                            <p:strVal val="#ppt_x"/>
                                          </p:val>
                                        </p:tav>
                                      </p:tavLst>
                                    </p:anim>
                                    <p:anim calcmode="lin" valueType="num">
                                      <p:cBhvr>
                                        <p:cTn id="34"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53" presetClass="entr" presetSubtype="16"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anim calcmode="lin" valueType="num">
                                      <p:cBhvr>
                                        <p:cTn id="39" dur="500" fill="hold"/>
                                        <p:tgtEl>
                                          <p:spTgt spid="22"/>
                                        </p:tgtEl>
                                        <p:attrNameLst>
                                          <p:attrName>ppt_w</p:attrName>
                                        </p:attrNameLst>
                                      </p:cBhvr>
                                      <p:tavLst>
                                        <p:tav tm="0">
                                          <p:val>
                                            <p:fltVal val="0"/>
                                          </p:val>
                                        </p:tav>
                                        <p:tav tm="100000">
                                          <p:val>
                                            <p:strVal val="#ppt_w"/>
                                          </p:val>
                                        </p:tav>
                                      </p:tavLst>
                                    </p:anim>
                                    <p:anim calcmode="lin" valueType="num">
                                      <p:cBhvr>
                                        <p:cTn id="40" dur="500" fill="hold"/>
                                        <p:tgtEl>
                                          <p:spTgt spid="22"/>
                                        </p:tgtEl>
                                        <p:attrNameLst>
                                          <p:attrName>ppt_h</p:attrName>
                                        </p:attrNameLst>
                                      </p:cBhvr>
                                      <p:tavLst>
                                        <p:tav tm="0">
                                          <p:val>
                                            <p:fltVal val="0"/>
                                          </p:val>
                                        </p:tav>
                                        <p:tav tm="100000">
                                          <p:val>
                                            <p:strVal val="#ppt_h"/>
                                          </p:val>
                                        </p:tav>
                                      </p:tavLst>
                                    </p:anim>
                                    <p:animEffect transition="in" filter="fade">
                                      <p:cBhvr>
                                        <p:cTn id="41"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3" grpId="0" animBg="1"/>
      <p:bldP spid="4" grpId="0" animBg="1"/>
      <p:bldP spid="6" grpId="0" animBg="1"/>
      <p:bldP spid="7" grpId="0" animBg="1"/>
      <p:bldP spid="1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形状 1"/>
          <p:cNvSpPr/>
          <p:nvPr/>
        </p:nvSpPr>
        <p:spPr bwMode="auto">
          <a:xfrm>
            <a:off x="5138168" y="5941885"/>
            <a:ext cx="957832" cy="259492"/>
          </a:xfrm>
          <a:custGeom>
            <a:avLst/>
            <a:gdLst>
              <a:gd name="connsiteX0" fmla="*/ 873125 w 1195388"/>
              <a:gd name="connsiteY0" fmla="*/ 0 h 323850"/>
              <a:gd name="connsiteX1" fmla="*/ 1195388 w 1195388"/>
              <a:gd name="connsiteY1" fmla="*/ 323850 h 323850"/>
              <a:gd name="connsiteX2" fmla="*/ 873125 w 1195388"/>
              <a:gd name="connsiteY2" fmla="*/ 323850 h 323850"/>
              <a:gd name="connsiteX3" fmla="*/ 450850 w 1195388"/>
              <a:gd name="connsiteY3" fmla="*/ 0 h 323850"/>
              <a:gd name="connsiteX4" fmla="*/ 773113 w 1195388"/>
              <a:gd name="connsiteY4" fmla="*/ 323850 h 323850"/>
              <a:gd name="connsiteX5" fmla="*/ 450850 w 1195388"/>
              <a:gd name="connsiteY5" fmla="*/ 323850 h 323850"/>
              <a:gd name="connsiteX6" fmla="*/ 0 w 1195388"/>
              <a:gd name="connsiteY6" fmla="*/ 0 h 323850"/>
              <a:gd name="connsiteX7" fmla="*/ 323850 w 1195388"/>
              <a:gd name="connsiteY7" fmla="*/ 323850 h 323850"/>
              <a:gd name="connsiteX8" fmla="*/ 0 w 1195388"/>
              <a:gd name="connsiteY8" fmla="*/ 323850 h 32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5388" h="323850">
                <a:moveTo>
                  <a:pt x="873125" y="0"/>
                </a:moveTo>
                <a:lnTo>
                  <a:pt x="1195388" y="323850"/>
                </a:lnTo>
                <a:lnTo>
                  <a:pt x="873125" y="323850"/>
                </a:lnTo>
                <a:close/>
                <a:moveTo>
                  <a:pt x="450850" y="0"/>
                </a:moveTo>
                <a:lnTo>
                  <a:pt x="773113" y="323850"/>
                </a:lnTo>
                <a:lnTo>
                  <a:pt x="450850" y="323850"/>
                </a:lnTo>
                <a:close/>
                <a:moveTo>
                  <a:pt x="0" y="0"/>
                </a:moveTo>
                <a:lnTo>
                  <a:pt x="323850" y="323850"/>
                </a:lnTo>
                <a:lnTo>
                  <a:pt x="0" y="323850"/>
                </a:lnTo>
                <a:close/>
              </a:path>
            </a:pathLst>
          </a:custGeom>
          <a:gradFill>
            <a:gsLst>
              <a:gs pos="37000">
                <a:schemeClr val="bg1"/>
              </a:gs>
              <a:gs pos="78000">
                <a:schemeClr val="accent1">
                  <a:alpha val="1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bg1"/>
              </a:solidFill>
            </a:endParaRPr>
          </a:p>
        </p:txBody>
      </p:sp>
      <p:sp>
        <p:nvSpPr>
          <p:cNvPr id="3" name="文本框 2"/>
          <p:cNvSpPr txBox="1"/>
          <p:nvPr/>
        </p:nvSpPr>
        <p:spPr>
          <a:xfrm>
            <a:off x="906674" y="2817831"/>
            <a:ext cx="6329599" cy="2308324"/>
          </a:xfrm>
          <a:prstGeom prst="rect">
            <a:avLst/>
          </a:prstGeom>
          <a:noFill/>
        </p:spPr>
        <p:txBody>
          <a:bodyPr wrap="square" rtlCol="0">
            <a:spAutoFit/>
          </a:bodyPr>
          <a:lstStyle/>
          <a:p>
            <a:r>
              <a:rPr lang="zh-CN" altLang="en-US" sz="7200" dirty="0">
                <a:solidFill>
                  <a:schemeClr val="bg1"/>
                </a:solidFill>
                <a:latin typeface="汉仪大宋简" panose="02010609000101010101" pitchFamily="49" charset="-122"/>
                <a:ea typeface="汉仪大宋简" panose="02010609000101010101" pitchFamily="49" charset="-122"/>
              </a:rPr>
              <a:t>民法典如何保护我们</a:t>
            </a:r>
          </a:p>
        </p:txBody>
      </p:sp>
      <p:sp>
        <p:nvSpPr>
          <p:cNvPr id="37" name="任意多边形: 形状 36"/>
          <p:cNvSpPr/>
          <p:nvPr/>
        </p:nvSpPr>
        <p:spPr>
          <a:xfrm>
            <a:off x="1049194" y="5392475"/>
            <a:ext cx="664030" cy="130630"/>
          </a:xfrm>
          <a:custGeom>
            <a:avLst/>
            <a:gdLst>
              <a:gd name="connsiteX0" fmla="*/ 598715 w 664030"/>
              <a:gd name="connsiteY0" fmla="*/ 0 h 130630"/>
              <a:gd name="connsiteX1" fmla="*/ 664030 w 664030"/>
              <a:gd name="connsiteY1" fmla="*/ 65315 h 130630"/>
              <a:gd name="connsiteX2" fmla="*/ 598715 w 664030"/>
              <a:gd name="connsiteY2" fmla="*/ 130630 h 130630"/>
              <a:gd name="connsiteX3" fmla="*/ 533400 w 664030"/>
              <a:gd name="connsiteY3" fmla="*/ 65315 h 130630"/>
              <a:gd name="connsiteX4" fmla="*/ 598715 w 664030"/>
              <a:gd name="connsiteY4" fmla="*/ 0 h 130630"/>
              <a:gd name="connsiteX5" fmla="*/ 332015 w 664030"/>
              <a:gd name="connsiteY5" fmla="*/ 0 h 130630"/>
              <a:gd name="connsiteX6" fmla="*/ 397330 w 664030"/>
              <a:gd name="connsiteY6" fmla="*/ 65315 h 130630"/>
              <a:gd name="connsiteX7" fmla="*/ 332015 w 664030"/>
              <a:gd name="connsiteY7" fmla="*/ 130630 h 130630"/>
              <a:gd name="connsiteX8" fmla="*/ 266700 w 664030"/>
              <a:gd name="connsiteY8" fmla="*/ 65315 h 130630"/>
              <a:gd name="connsiteX9" fmla="*/ 332015 w 664030"/>
              <a:gd name="connsiteY9" fmla="*/ 0 h 130630"/>
              <a:gd name="connsiteX10" fmla="*/ 65315 w 664030"/>
              <a:gd name="connsiteY10" fmla="*/ 0 h 130630"/>
              <a:gd name="connsiteX11" fmla="*/ 130630 w 664030"/>
              <a:gd name="connsiteY11" fmla="*/ 65315 h 130630"/>
              <a:gd name="connsiteX12" fmla="*/ 65315 w 664030"/>
              <a:gd name="connsiteY12" fmla="*/ 130630 h 130630"/>
              <a:gd name="connsiteX13" fmla="*/ 0 w 664030"/>
              <a:gd name="connsiteY13" fmla="*/ 65315 h 130630"/>
              <a:gd name="connsiteX14" fmla="*/ 65315 w 664030"/>
              <a:gd name="connsiteY14" fmla="*/ 0 h 130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64030" h="130630">
                <a:moveTo>
                  <a:pt x="598715" y="0"/>
                </a:moveTo>
                <a:cubicBezTo>
                  <a:pt x="634787" y="0"/>
                  <a:pt x="664030" y="29243"/>
                  <a:pt x="664030" y="65315"/>
                </a:cubicBezTo>
                <a:cubicBezTo>
                  <a:pt x="664030" y="101387"/>
                  <a:pt x="634787" y="130630"/>
                  <a:pt x="598715" y="130630"/>
                </a:cubicBezTo>
                <a:cubicBezTo>
                  <a:pt x="562643" y="130630"/>
                  <a:pt x="533400" y="101387"/>
                  <a:pt x="533400" y="65315"/>
                </a:cubicBezTo>
                <a:cubicBezTo>
                  <a:pt x="533400" y="29243"/>
                  <a:pt x="562643" y="0"/>
                  <a:pt x="598715" y="0"/>
                </a:cubicBezTo>
                <a:close/>
                <a:moveTo>
                  <a:pt x="332015" y="0"/>
                </a:moveTo>
                <a:cubicBezTo>
                  <a:pt x="368087" y="0"/>
                  <a:pt x="397330" y="29243"/>
                  <a:pt x="397330" y="65315"/>
                </a:cubicBezTo>
                <a:cubicBezTo>
                  <a:pt x="397330" y="101387"/>
                  <a:pt x="368087" y="130630"/>
                  <a:pt x="332015" y="130630"/>
                </a:cubicBezTo>
                <a:cubicBezTo>
                  <a:pt x="295943" y="130630"/>
                  <a:pt x="266700" y="101387"/>
                  <a:pt x="266700" y="65315"/>
                </a:cubicBezTo>
                <a:cubicBezTo>
                  <a:pt x="266700" y="29243"/>
                  <a:pt x="295943" y="0"/>
                  <a:pt x="332015" y="0"/>
                </a:cubicBezTo>
                <a:close/>
                <a:moveTo>
                  <a:pt x="65315" y="0"/>
                </a:moveTo>
                <a:cubicBezTo>
                  <a:pt x="101387" y="0"/>
                  <a:pt x="130630" y="29243"/>
                  <a:pt x="130630" y="65315"/>
                </a:cubicBezTo>
                <a:cubicBezTo>
                  <a:pt x="130630" y="101387"/>
                  <a:pt x="101387" y="130630"/>
                  <a:pt x="65315" y="130630"/>
                </a:cubicBezTo>
                <a:cubicBezTo>
                  <a:pt x="29243" y="130630"/>
                  <a:pt x="0" y="101387"/>
                  <a:pt x="0" y="65315"/>
                </a:cubicBezTo>
                <a:cubicBezTo>
                  <a:pt x="0" y="29243"/>
                  <a:pt x="29243" y="0"/>
                  <a:pt x="6531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bg1"/>
              </a:solidFill>
            </a:endParaRPr>
          </a:p>
        </p:txBody>
      </p:sp>
      <p:sp>
        <p:nvSpPr>
          <p:cNvPr id="38" name="文本框 37"/>
          <p:cNvSpPr txBox="1"/>
          <p:nvPr/>
        </p:nvSpPr>
        <p:spPr>
          <a:xfrm>
            <a:off x="1066801" y="460684"/>
            <a:ext cx="10439400" cy="276999"/>
          </a:xfrm>
          <a:prstGeom prst="rect">
            <a:avLst/>
          </a:prstGeom>
          <a:noFill/>
        </p:spPr>
        <p:txBody>
          <a:bodyPr wrap="square" rtlCol="0">
            <a:spAutoFit/>
          </a:bodyPr>
          <a:lstStyle/>
          <a:p>
            <a:pPr algn="dist"/>
            <a:r>
              <a:rPr lang="en-US" altLang="zh-CN" sz="1200">
                <a:solidFill>
                  <a:schemeClr val="bg1"/>
                </a:solidFill>
              </a:rPr>
              <a:t>Work Report</a:t>
            </a:r>
            <a:endParaRPr lang="zh-CN" altLang="en-US" sz="1200">
              <a:solidFill>
                <a:schemeClr val="bg1"/>
              </a:solidFill>
            </a:endParaRPr>
          </a:p>
        </p:txBody>
      </p:sp>
      <p:sp>
        <p:nvSpPr>
          <p:cNvPr id="39" name="矩形: 圆角 38"/>
          <p:cNvSpPr/>
          <p:nvPr/>
        </p:nvSpPr>
        <p:spPr>
          <a:xfrm>
            <a:off x="1049007" y="2026493"/>
            <a:ext cx="2280447" cy="54000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汉仪大宋简" panose="02010609000101010101" pitchFamily="49" charset="-122"/>
                <a:ea typeface="汉仪大宋简" panose="02010609000101010101" pitchFamily="49" charset="-122"/>
              </a:rPr>
              <a:t>PART  02</a:t>
            </a:r>
            <a:endParaRPr lang="zh-CN" altLang="en-US" sz="2800" dirty="0">
              <a:solidFill>
                <a:schemeClr val="bg1"/>
              </a:solidFill>
              <a:latin typeface="汉仪大宋简" panose="02010609000101010101" pitchFamily="49" charset="-122"/>
              <a:ea typeface="汉仪大宋简" panose="02010609000101010101" pitchFamily="49" charset="-122"/>
            </a:endParaRPr>
          </a:p>
        </p:txBody>
      </p:sp>
      <p:pic>
        <p:nvPicPr>
          <p:cNvPr id="40" name="图片 39" descr="图片包含 规模, 设备, 桌子, 小&#10;&#10;描述已自动生成"/>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768887" y="2296493"/>
            <a:ext cx="3423851" cy="342385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50" advTm="0">
        <p14:switch dir="r"/>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39"/>
                                        </p:tgtEl>
                                        <p:attrNameLst>
                                          <p:attrName>style.visibility</p:attrName>
                                        </p:attrNameLst>
                                      </p:cBhvr>
                                      <p:to>
                                        <p:strVal val="visible"/>
                                      </p:to>
                                    </p:set>
                                    <p:animEffect transition="in" filter="barn(inVertical)">
                                      <p:cBhvr>
                                        <p:cTn id="14" dur="500"/>
                                        <p:tgtEl>
                                          <p:spTgt spid="39"/>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37"/>
                                        </p:tgtEl>
                                        <p:attrNameLst>
                                          <p:attrName>style.visibility</p:attrName>
                                        </p:attrNameLst>
                                      </p:cBhvr>
                                      <p:to>
                                        <p:strVal val="visible"/>
                                      </p:to>
                                    </p:set>
                                    <p:animEffect transition="in" filter="fade">
                                      <p:cBhvr>
                                        <p:cTn id="19"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7" grpId="0" animBg="1"/>
      <p:bldP spid="3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409428" y="613232"/>
            <a:ext cx="5388013" cy="598241"/>
          </a:xfrm>
          <a:prstGeom prst="rect">
            <a:avLst/>
          </a:prstGeom>
          <a:noFill/>
        </p:spPr>
        <p:txBody>
          <a:bodyPr wrap="none" rtlCol="0" anchor="t">
            <a:spAutoFit/>
          </a:bodyPr>
          <a:lstStyle/>
          <a:p>
            <a:pPr algn="l">
              <a:lnSpc>
                <a:spcPct val="130000"/>
              </a:lnSpc>
            </a:pPr>
            <a:r>
              <a:rPr lang="zh-CN" altLang="en-US" sz="2800" dirty="0">
                <a:solidFill>
                  <a:schemeClr val="accent1"/>
                </a:solidFill>
                <a:latin typeface="汉仪大宋简" panose="02010609000101010101" pitchFamily="49" charset="-122"/>
                <a:ea typeface="汉仪大宋简" panose="02010609000101010101" pitchFamily="49" charset="-122"/>
                <a:cs typeface="+mn-ea"/>
                <a:sym typeface="+mn-lt"/>
              </a:rPr>
              <a:t>民法典如何保护未成年人的权利</a:t>
            </a:r>
            <a:r>
              <a:rPr lang="en-US" altLang="zh-CN" sz="2800" dirty="0">
                <a:solidFill>
                  <a:schemeClr val="accent1"/>
                </a:solidFill>
                <a:latin typeface="汉仪大宋简" panose="02010609000101010101" pitchFamily="49" charset="-122"/>
                <a:ea typeface="汉仪大宋简" panose="02010609000101010101" pitchFamily="49" charset="-122"/>
                <a:cs typeface="+mn-ea"/>
                <a:sym typeface="+mn-lt"/>
              </a:rPr>
              <a:t>?</a:t>
            </a:r>
          </a:p>
        </p:txBody>
      </p:sp>
      <p:sp>
        <p:nvSpPr>
          <p:cNvPr id="2" name="矩形: 圆角 1"/>
          <p:cNvSpPr/>
          <p:nvPr/>
        </p:nvSpPr>
        <p:spPr>
          <a:xfrm>
            <a:off x="1398790" y="2101401"/>
            <a:ext cx="4387215" cy="985948"/>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0" rtlCol="0" anchor="ctr"/>
          <a:lstStyle/>
          <a:p>
            <a:r>
              <a:rPr lang="en-US" altLang="zh-CN">
                <a:solidFill>
                  <a:schemeClr val="tx1">
                    <a:lumMod val="95000"/>
                    <a:lumOff val="5000"/>
                  </a:schemeClr>
                </a:solidFill>
              </a:rPr>
              <a:t>1</a:t>
            </a:r>
            <a:r>
              <a:rPr lang="zh-CN" altLang="en-US">
                <a:solidFill>
                  <a:schemeClr val="tx1">
                    <a:lumMod val="95000"/>
                    <a:lumOff val="5000"/>
                  </a:schemeClr>
                </a:solidFill>
              </a:rPr>
              <a:t>、与年龄有关的几个问题</a:t>
            </a:r>
          </a:p>
        </p:txBody>
      </p:sp>
      <p:sp>
        <p:nvSpPr>
          <p:cNvPr id="6" name="矩形: 圆角 5"/>
          <p:cNvSpPr/>
          <p:nvPr/>
        </p:nvSpPr>
        <p:spPr>
          <a:xfrm>
            <a:off x="1398790" y="3337213"/>
            <a:ext cx="4387215" cy="985948"/>
          </a:xfrm>
          <a:prstGeom prst="roundRect">
            <a:avLst>
              <a:gd name="adj" fmla="val 50000"/>
            </a:avLst>
          </a:prstGeom>
          <a:solidFill>
            <a:schemeClr val="accent1"/>
          </a:solidFill>
          <a:ln>
            <a:noFill/>
          </a:ln>
          <a:effectLst>
            <a:outerShdw blurRad="254000" dist="101600" dir="5400000" algn="ctr"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360000" tIns="0" rIns="0" bIns="0" rtlCol="0" anchor="ctr"/>
          <a:lstStyle/>
          <a:p>
            <a:r>
              <a:rPr lang="en-US" altLang="zh-CN">
                <a:latin typeface="+mn-ea"/>
              </a:rPr>
              <a:t>2</a:t>
            </a:r>
            <a:r>
              <a:rPr lang="zh-CN" altLang="en-US">
                <a:latin typeface="+mn-ea"/>
              </a:rPr>
              <a:t>、家庭生活中的未成年人</a:t>
            </a:r>
          </a:p>
        </p:txBody>
      </p:sp>
      <p:sp>
        <p:nvSpPr>
          <p:cNvPr id="11" name="矩形: 圆角 10"/>
          <p:cNvSpPr/>
          <p:nvPr/>
        </p:nvSpPr>
        <p:spPr>
          <a:xfrm>
            <a:off x="1398790" y="4573025"/>
            <a:ext cx="4387215" cy="985948"/>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0" rtlCol="0" anchor="ctr"/>
          <a:lstStyle/>
          <a:p>
            <a:r>
              <a:rPr lang="en-US" altLang="zh-CN">
                <a:solidFill>
                  <a:schemeClr val="tx1">
                    <a:lumMod val="95000"/>
                    <a:lumOff val="5000"/>
                  </a:schemeClr>
                </a:solidFill>
              </a:rPr>
              <a:t>3</a:t>
            </a:r>
            <a:r>
              <a:rPr lang="zh-CN" altLang="en-US">
                <a:solidFill>
                  <a:schemeClr val="tx1">
                    <a:lumMod val="95000"/>
                    <a:lumOff val="5000"/>
                  </a:schemeClr>
                </a:solidFill>
              </a:rPr>
              <a:t>、未成人被侵权的相关问题</a:t>
            </a:r>
          </a:p>
        </p:txBody>
      </p:sp>
      <p:pic>
        <p:nvPicPr>
          <p:cNvPr id="14" name="图片 13" descr="图片包含 文本&#10;&#10;描述已自动生成"/>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643915" y="2028829"/>
            <a:ext cx="3784140" cy="378414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advTm="0">
        <p14:prism/>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1000"/>
                                        <p:tgtEl>
                                          <p:spTgt spid="11"/>
                                        </p:tgtEl>
                                      </p:cBhvr>
                                    </p:animEffect>
                                    <p:anim calcmode="lin" valueType="num">
                                      <p:cBhvr>
                                        <p:cTn id="18" dur="1000" fill="hold"/>
                                        <p:tgtEl>
                                          <p:spTgt spid="11"/>
                                        </p:tgtEl>
                                        <p:attrNameLst>
                                          <p:attrName>ppt_x</p:attrName>
                                        </p:attrNameLst>
                                      </p:cBhvr>
                                      <p:tavLst>
                                        <p:tav tm="0">
                                          <p:val>
                                            <p:strVal val="#ppt_x"/>
                                          </p:val>
                                        </p:tav>
                                        <p:tav tm="100000">
                                          <p:val>
                                            <p:strVal val="#ppt_x"/>
                                          </p:val>
                                        </p:tav>
                                      </p:tavLst>
                                    </p:anim>
                                    <p:anim calcmode="lin" valueType="num">
                                      <p:cBhvr>
                                        <p:cTn id="1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randombar(horizontal)">
                                      <p:cBhvr>
                                        <p:cTn id="2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409428" y="613232"/>
            <a:ext cx="5388013" cy="598241"/>
          </a:xfrm>
          <a:prstGeom prst="rect">
            <a:avLst/>
          </a:prstGeom>
          <a:noFill/>
        </p:spPr>
        <p:txBody>
          <a:bodyPr wrap="none" rtlCol="0" anchor="t">
            <a:spAutoFit/>
          </a:bodyPr>
          <a:lstStyle/>
          <a:p>
            <a:pPr algn="l">
              <a:lnSpc>
                <a:spcPct val="130000"/>
              </a:lnSpc>
            </a:pPr>
            <a:r>
              <a:rPr lang="zh-CN" altLang="en-US" sz="2800" dirty="0">
                <a:solidFill>
                  <a:schemeClr val="accent1"/>
                </a:solidFill>
                <a:latin typeface="汉仪大宋简" panose="02010609000101010101" pitchFamily="49" charset="-122"/>
                <a:ea typeface="汉仪大宋简" panose="02010609000101010101" pitchFamily="49" charset="-122"/>
                <a:cs typeface="+mn-ea"/>
                <a:sym typeface="+mn-lt"/>
              </a:rPr>
              <a:t>民法典如何保护未成年人的权利</a:t>
            </a:r>
            <a:r>
              <a:rPr lang="en-US" altLang="zh-CN" sz="2800" dirty="0">
                <a:solidFill>
                  <a:schemeClr val="accent1"/>
                </a:solidFill>
                <a:latin typeface="汉仪大宋简" panose="02010609000101010101" pitchFamily="49" charset="-122"/>
                <a:ea typeface="汉仪大宋简" panose="02010609000101010101" pitchFamily="49" charset="-122"/>
                <a:cs typeface="+mn-ea"/>
                <a:sym typeface="+mn-lt"/>
              </a:rPr>
              <a:t>?</a:t>
            </a:r>
          </a:p>
        </p:txBody>
      </p:sp>
      <p:sp>
        <p:nvSpPr>
          <p:cNvPr id="5" name="矩形: 圆角 4"/>
          <p:cNvSpPr/>
          <p:nvPr/>
        </p:nvSpPr>
        <p:spPr>
          <a:xfrm>
            <a:off x="1409428" y="1724030"/>
            <a:ext cx="9675610" cy="985948"/>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rIns="180000" rtlCol="0" anchor="ctr"/>
          <a:lstStyle/>
          <a:p>
            <a:pPr marL="285750" indent="-285750">
              <a:lnSpc>
                <a:spcPct val="120000"/>
              </a:lnSpc>
              <a:buFont typeface="Arial" panose="020B0604020202020204" pitchFamily="34" charset="0"/>
              <a:buChar char="•"/>
            </a:pPr>
            <a:r>
              <a:rPr lang="zh-CN" altLang="en-US">
                <a:solidFill>
                  <a:schemeClr val="tx1">
                    <a:lumMod val="95000"/>
                    <a:lumOff val="5000"/>
                  </a:schemeClr>
                </a:solidFill>
              </a:rPr>
              <a:t>无民事行为能力人（胎儿</a:t>
            </a:r>
            <a:r>
              <a:rPr lang="en-US" altLang="zh-CN">
                <a:solidFill>
                  <a:schemeClr val="tx1">
                    <a:lumMod val="95000"/>
                    <a:lumOff val="5000"/>
                  </a:schemeClr>
                </a:solidFill>
              </a:rPr>
              <a:t>——8</a:t>
            </a:r>
            <a:r>
              <a:rPr lang="zh-CN" altLang="en-US">
                <a:solidFill>
                  <a:schemeClr val="tx1">
                    <a:lumMod val="95000"/>
                    <a:lumOff val="5000"/>
                  </a:schemeClr>
                </a:solidFill>
              </a:rPr>
              <a:t>周岁）</a:t>
            </a:r>
          </a:p>
          <a:p>
            <a:pPr>
              <a:lnSpc>
                <a:spcPct val="120000"/>
              </a:lnSpc>
            </a:pPr>
            <a:r>
              <a:rPr lang="en-US" altLang="zh-CN" sz="1600">
                <a:solidFill>
                  <a:schemeClr val="tx1">
                    <a:lumMod val="95000"/>
                    <a:lumOff val="5000"/>
                  </a:schemeClr>
                </a:solidFill>
              </a:rPr>
              <a:t>《</a:t>
            </a:r>
            <a:r>
              <a:rPr lang="zh-CN" altLang="en-US" sz="1600">
                <a:solidFill>
                  <a:schemeClr val="tx1">
                    <a:lumMod val="95000"/>
                    <a:lumOff val="5000"/>
                  </a:schemeClr>
                </a:solidFill>
              </a:rPr>
              <a:t>民法典</a:t>
            </a:r>
            <a:r>
              <a:rPr lang="en-US" altLang="zh-CN" sz="1600">
                <a:solidFill>
                  <a:schemeClr val="tx1">
                    <a:lumMod val="95000"/>
                    <a:lumOff val="5000"/>
                  </a:schemeClr>
                </a:solidFill>
              </a:rPr>
              <a:t>》</a:t>
            </a:r>
            <a:r>
              <a:rPr lang="zh-CN" altLang="en-US" sz="1600">
                <a:solidFill>
                  <a:schemeClr val="tx1">
                    <a:lumMod val="95000"/>
                    <a:lumOff val="5000"/>
                  </a:schemeClr>
                </a:solidFill>
              </a:rPr>
              <a:t>第二十条：由其法定代理人代理实施民事法律行为。</a:t>
            </a:r>
          </a:p>
        </p:txBody>
      </p:sp>
      <p:sp>
        <p:nvSpPr>
          <p:cNvPr id="6" name="矩形: 圆角 5"/>
          <p:cNvSpPr/>
          <p:nvPr/>
        </p:nvSpPr>
        <p:spPr>
          <a:xfrm>
            <a:off x="1409428" y="2849144"/>
            <a:ext cx="9675610" cy="985948"/>
          </a:xfrm>
          <a:prstGeom prst="roundRect">
            <a:avLst/>
          </a:prstGeom>
          <a:solidFill>
            <a:schemeClr val="accent1"/>
          </a:solidFill>
          <a:ln>
            <a:noFill/>
          </a:ln>
          <a:effectLst>
            <a:outerShdw blurRad="254000" dist="101600" dir="5400000" algn="ctr"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80000" tIns="0" rIns="180000" bIns="0" rtlCol="0" anchor="ctr"/>
          <a:lstStyle/>
          <a:p>
            <a:pPr marL="285750" indent="-285750">
              <a:lnSpc>
                <a:spcPct val="120000"/>
              </a:lnSpc>
              <a:buFont typeface="Arial" panose="020B0604020202020204" pitchFamily="34" charset="0"/>
              <a:buChar char="•"/>
            </a:pPr>
            <a:r>
              <a:rPr lang="zh-CN" altLang="en-US">
                <a:latin typeface="+mn-ea"/>
              </a:rPr>
              <a:t>限制民事行为能力的未成年人（</a:t>
            </a:r>
            <a:r>
              <a:rPr lang="en-US" altLang="zh-CN">
                <a:latin typeface="+mn-ea"/>
              </a:rPr>
              <a:t>8</a:t>
            </a:r>
            <a:r>
              <a:rPr lang="zh-CN" altLang="en-US">
                <a:latin typeface="+mn-ea"/>
              </a:rPr>
              <a:t>周岁</a:t>
            </a:r>
            <a:r>
              <a:rPr lang="en-US" altLang="zh-CN">
                <a:latin typeface="+mn-ea"/>
              </a:rPr>
              <a:t>——16</a:t>
            </a:r>
            <a:r>
              <a:rPr lang="zh-CN" altLang="en-US">
                <a:latin typeface="+mn-ea"/>
              </a:rPr>
              <a:t>周岁）</a:t>
            </a:r>
          </a:p>
          <a:p>
            <a:pPr>
              <a:lnSpc>
                <a:spcPct val="120000"/>
              </a:lnSpc>
            </a:pPr>
            <a:r>
              <a:rPr lang="en-US" altLang="zh-CN" sz="1600">
                <a:latin typeface="+mn-ea"/>
              </a:rPr>
              <a:t>《</a:t>
            </a:r>
            <a:r>
              <a:rPr lang="zh-CN" altLang="en-US" sz="1600">
                <a:latin typeface="+mn-ea"/>
              </a:rPr>
              <a:t>民法典</a:t>
            </a:r>
            <a:r>
              <a:rPr lang="en-US" altLang="zh-CN" sz="1600">
                <a:latin typeface="+mn-ea"/>
              </a:rPr>
              <a:t>》</a:t>
            </a:r>
            <a:r>
              <a:rPr lang="zh-CN" altLang="en-US" sz="1600">
                <a:latin typeface="+mn-ea"/>
              </a:rPr>
              <a:t>第十九条：票由其法定代理人代理或者经其法定代理人同意，追认</a:t>
            </a:r>
            <a:r>
              <a:rPr lang="en-US" altLang="zh-CN" sz="1600">
                <a:latin typeface="+mn-ea"/>
              </a:rPr>
              <a:t>;</a:t>
            </a:r>
            <a:r>
              <a:rPr lang="zh-CN" altLang="en-US" sz="1600">
                <a:latin typeface="+mn-ea"/>
              </a:rPr>
              <a:t>但是可以独立实施纯获利益的民事法律行为或者与其年龄智力相适应的民事法律行为。</a:t>
            </a:r>
          </a:p>
        </p:txBody>
      </p:sp>
      <p:sp>
        <p:nvSpPr>
          <p:cNvPr id="7" name="矩形: 圆角 6"/>
          <p:cNvSpPr/>
          <p:nvPr/>
        </p:nvSpPr>
        <p:spPr>
          <a:xfrm>
            <a:off x="1409428" y="3974258"/>
            <a:ext cx="9675610" cy="985948"/>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rIns="180000" rtlCol="0" anchor="ctr"/>
          <a:lstStyle/>
          <a:p>
            <a:pPr marL="285750" indent="-285750">
              <a:lnSpc>
                <a:spcPct val="120000"/>
              </a:lnSpc>
              <a:buFont typeface="Arial" panose="020B0604020202020204" pitchFamily="34" charset="0"/>
              <a:buChar char="•"/>
            </a:pPr>
            <a:r>
              <a:rPr lang="zh-CN" altLang="en-US">
                <a:solidFill>
                  <a:schemeClr val="tx1">
                    <a:lumMod val="95000"/>
                    <a:lumOff val="5000"/>
                  </a:schemeClr>
                </a:solidFill>
              </a:rPr>
              <a:t>视为完全民事行为能力人（</a:t>
            </a:r>
            <a:r>
              <a:rPr lang="en-US" altLang="zh-CN">
                <a:solidFill>
                  <a:schemeClr val="tx1">
                    <a:lumMod val="95000"/>
                    <a:lumOff val="5000"/>
                  </a:schemeClr>
                </a:solidFill>
              </a:rPr>
              <a:t>16</a:t>
            </a:r>
            <a:r>
              <a:rPr lang="zh-CN" altLang="en-US">
                <a:solidFill>
                  <a:schemeClr val="tx1">
                    <a:lumMod val="95000"/>
                    <a:lumOff val="5000"/>
                  </a:schemeClr>
                </a:solidFill>
              </a:rPr>
              <a:t>周岁</a:t>
            </a:r>
            <a:r>
              <a:rPr lang="en-US" altLang="zh-CN">
                <a:solidFill>
                  <a:schemeClr val="tx1">
                    <a:lumMod val="95000"/>
                    <a:lumOff val="5000"/>
                  </a:schemeClr>
                </a:solidFill>
              </a:rPr>
              <a:t>——18</a:t>
            </a:r>
            <a:r>
              <a:rPr lang="zh-CN" altLang="en-US">
                <a:solidFill>
                  <a:schemeClr val="tx1">
                    <a:lumMod val="95000"/>
                    <a:lumOff val="5000"/>
                  </a:schemeClr>
                </a:solidFill>
              </a:rPr>
              <a:t>周岁）</a:t>
            </a:r>
          </a:p>
          <a:p>
            <a:pPr>
              <a:lnSpc>
                <a:spcPct val="120000"/>
              </a:lnSpc>
            </a:pPr>
            <a:r>
              <a:rPr lang="en-US" altLang="zh-CN" sz="1600">
                <a:solidFill>
                  <a:schemeClr val="tx1">
                    <a:lumMod val="95000"/>
                    <a:lumOff val="5000"/>
                  </a:schemeClr>
                </a:solidFill>
              </a:rPr>
              <a:t>《</a:t>
            </a:r>
            <a:r>
              <a:rPr lang="zh-CN" altLang="en-US" sz="1600">
                <a:solidFill>
                  <a:schemeClr val="tx1">
                    <a:lumMod val="95000"/>
                    <a:lumOff val="5000"/>
                  </a:schemeClr>
                </a:solidFill>
              </a:rPr>
              <a:t>民法典</a:t>
            </a:r>
            <a:r>
              <a:rPr lang="en-US" altLang="zh-CN" sz="1600">
                <a:solidFill>
                  <a:schemeClr val="tx1">
                    <a:lumMod val="95000"/>
                    <a:lumOff val="5000"/>
                  </a:schemeClr>
                </a:solidFill>
              </a:rPr>
              <a:t>》</a:t>
            </a:r>
            <a:r>
              <a:rPr lang="zh-CN" altLang="en-US" sz="1600">
                <a:solidFill>
                  <a:schemeClr val="tx1">
                    <a:lumMod val="95000"/>
                    <a:lumOff val="5000"/>
                  </a:schemeClr>
                </a:solidFill>
              </a:rPr>
              <a:t>第十八条：以自己劳动收入为主要生活来源。</a:t>
            </a:r>
          </a:p>
        </p:txBody>
      </p:sp>
      <p:sp>
        <p:nvSpPr>
          <p:cNvPr id="8" name="矩形: 圆角 7"/>
          <p:cNvSpPr/>
          <p:nvPr/>
        </p:nvSpPr>
        <p:spPr>
          <a:xfrm>
            <a:off x="1409428" y="5099372"/>
            <a:ext cx="9675610" cy="985948"/>
          </a:xfrm>
          <a:prstGeom prst="roundRect">
            <a:avLst/>
          </a:prstGeom>
          <a:solidFill>
            <a:schemeClr val="accent1"/>
          </a:solidFill>
          <a:ln>
            <a:noFill/>
          </a:ln>
          <a:effectLst>
            <a:outerShdw blurRad="254000" dist="101600" dir="5400000" algn="ctr"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80000" tIns="0" rIns="180000" bIns="0" rtlCol="0" anchor="ctr"/>
          <a:lstStyle/>
          <a:p>
            <a:pPr marL="285750" indent="-285750">
              <a:lnSpc>
                <a:spcPct val="120000"/>
              </a:lnSpc>
              <a:buFont typeface="Arial" panose="020B0604020202020204" pitchFamily="34" charset="0"/>
              <a:buChar char="•"/>
            </a:pPr>
            <a:r>
              <a:rPr lang="zh-CN" altLang="en-US">
                <a:latin typeface="+mn-ea"/>
              </a:rPr>
              <a:t>完全民事行为能力人（</a:t>
            </a:r>
            <a:r>
              <a:rPr lang="en-US" altLang="zh-CN">
                <a:latin typeface="+mn-ea"/>
              </a:rPr>
              <a:t>18</a:t>
            </a:r>
            <a:r>
              <a:rPr lang="zh-CN" altLang="en-US">
                <a:latin typeface="+mn-ea"/>
              </a:rPr>
              <a:t>周岁</a:t>
            </a:r>
            <a:r>
              <a:rPr lang="en-US" altLang="zh-CN">
                <a:latin typeface="+mn-ea"/>
              </a:rPr>
              <a:t>——</a:t>
            </a:r>
            <a:r>
              <a:rPr lang="zh-CN" altLang="en-US">
                <a:latin typeface="+mn-ea"/>
              </a:rPr>
              <a:t>）</a:t>
            </a:r>
          </a:p>
          <a:p>
            <a:pPr>
              <a:lnSpc>
                <a:spcPct val="120000"/>
              </a:lnSpc>
            </a:pPr>
            <a:r>
              <a:rPr lang="en-US" altLang="zh-CN" sz="1600">
                <a:latin typeface="+mn-ea"/>
              </a:rPr>
              <a:t>《</a:t>
            </a:r>
            <a:r>
              <a:rPr lang="zh-CN" altLang="en-US" sz="1600">
                <a:latin typeface="+mn-ea"/>
              </a:rPr>
              <a:t>民法典</a:t>
            </a:r>
            <a:r>
              <a:rPr lang="en-US" altLang="zh-CN" sz="1600">
                <a:latin typeface="+mn-ea"/>
              </a:rPr>
              <a:t>》</a:t>
            </a:r>
            <a:r>
              <a:rPr lang="zh-CN" altLang="en-US" sz="1600">
                <a:latin typeface="+mn-ea"/>
              </a:rPr>
              <a:t>第十七条：十八周岁以上的自然人为成年人，不满十八周岁的自然人为未成年人。</a:t>
            </a:r>
          </a:p>
        </p:txBody>
      </p:sp>
    </p:spTree>
  </p:cSld>
  <p:clrMapOvr>
    <a:masterClrMapping/>
  </p:clrMapOvr>
  <mc:AlternateContent xmlns:mc="http://schemas.openxmlformats.org/markup-compatibility/2006" xmlns:p14="http://schemas.microsoft.com/office/powerpoint/2010/main">
    <mc:Choice Requires="p14">
      <p:transition spd="slow" p14:dur="1400" advTm="0">
        <p14:doors dir="vert"/>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409428" y="613232"/>
            <a:ext cx="3775393" cy="598241"/>
          </a:xfrm>
          <a:prstGeom prst="rect">
            <a:avLst/>
          </a:prstGeom>
          <a:noFill/>
        </p:spPr>
        <p:txBody>
          <a:bodyPr wrap="none" rtlCol="0" anchor="t">
            <a:spAutoFit/>
          </a:bodyPr>
          <a:lstStyle/>
          <a:p>
            <a:pPr algn="l">
              <a:lnSpc>
                <a:spcPct val="130000"/>
              </a:lnSpc>
            </a:pPr>
            <a:r>
              <a:rPr lang="zh-CN" altLang="en-US" sz="2800" dirty="0">
                <a:solidFill>
                  <a:schemeClr val="accent1"/>
                </a:solidFill>
                <a:latin typeface="汉仪大宋简" panose="02010609000101010101" pitchFamily="49" charset="-122"/>
                <a:ea typeface="汉仪大宋简" panose="02010609000101010101" pitchFamily="49" charset="-122"/>
                <a:cs typeface="+mn-ea"/>
                <a:sym typeface="+mn-lt"/>
              </a:rPr>
              <a:t>家庭生活中的未成年人</a:t>
            </a:r>
          </a:p>
        </p:txBody>
      </p:sp>
      <p:sp>
        <p:nvSpPr>
          <p:cNvPr id="5" name="矩形: 圆角 4"/>
          <p:cNvSpPr/>
          <p:nvPr/>
        </p:nvSpPr>
        <p:spPr>
          <a:xfrm>
            <a:off x="4679428" y="1891156"/>
            <a:ext cx="2833144" cy="677874"/>
          </a:xfrm>
          <a:prstGeom prst="roundRect">
            <a:avLst>
              <a:gd name="adj" fmla="val 50000"/>
            </a:avLst>
          </a:prstGeom>
          <a:solidFill>
            <a:schemeClr val="accent1"/>
          </a:solidFill>
          <a:ln>
            <a:noFill/>
          </a:ln>
          <a:effectLst>
            <a:outerShdw blurRad="254000" dist="101600" dir="5400000" algn="ctr"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2000">
                <a:latin typeface="+mj-ea"/>
                <a:ea typeface="+mj-ea"/>
                <a:sym typeface="+mn-lt"/>
              </a:rPr>
              <a:t>一、抚养</a:t>
            </a:r>
          </a:p>
        </p:txBody>
      </p:sp>
      <p:grpSp>
        <p:nvGrpSpPr>
          <p:cNvPr id="15" name="组合 14"/>
          <p:cNvGrpSpPr/>
          <p:nvPr/>
        </p:nvGrpSpPr>
        <p:grpSpPr>
          <a:xfrm>
            <a:off x="1344111" y="2917371"/>
            <a:ext cx="4606745" cy="2876786"/>
            <a:chOff x="1344111" y="2917371"/>
            <a:chExt cx="4606745" cy="2876786"/>
          </a:xfrm>
        </p:grpSpPr>
        <p:sp>
          <p:nvSpPr>
            <p:cNvPr id="6" name="矩形: 圆角 5"/>
            <p:cNvSpPr/>
            <p:nvPr/>
          </p:nvSpPr>
          <p:spPr>
            <a:xfrm>
              <a:off x="1344111" y="2917371"/>
              <a:ext cx="4606745" cy="2786742"/>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rIns="180000" rtlCol="0" anchor="ctr"/>
            <a:lstStyle/>
            <a:p>
              <a:r>
                <a:rPr lang="en-US" altLang="zh-CN">
                  <a:solidFill>
                    <a:schemeClr val="tx1">
                      <a:lumMod val="95000"/>
                      <a:lumOff val="5000"/>
                    </a:schemeClr>
                  </a:solidFill>
                </a:rPr>
                <a:t>《</a:t>
              </a:r>
              <a:r>
                <a:rPr lang="zh-CN" altLang="en-US">
                  <a:solidFill>
                    <a:schemeClr val="tx1">
                      <a:lumMod val="95000"/>
                      <a:lumOff val="5000"/>
                    </a:schemeClr>
                  </a:solidFill>
                </a:rPr>
                <a:t>民法典</a:t>
              </a:r>
              <a:r>
                <a:rPr lang="en-US" altLang="zh-CN">
                  <a:solidFill>
                    <a:schemeClr val="tx1">
                      <a:lumMod val="95000"/>
                      <a:lumOff val="5000"/>
                    </a:schemeClr>
                  </a:solidFill>
                </a:rPr>
                <a:t>》</a:t>
              </a:r>
              <a:r>
                <a:rPr lang="zh-CN" altLang="en-US">
                  <a:solidFill>
                    <a:schemeClr val="tx1">
                      <a:lumMod val="95000"/>
                      <a:lumOff val="5000"/>
                    </a:schemeClr>
                  </a:solidFill>
                </a:rPr>
                <a:t>第一千零六十七条父母不属行抚养义务的，未成年子女或者不能独立生活的成年子女，有要求父母给付抚养费的权利。</a:t>
              </a:r>
              <a:r>
                <a:rPr lang="en-US" altLang="zh-CN">
                  <a:solidFill>
                    <a:schemeClr val="tx1">
                      <a:lumMod val="95000"/>
                      <a:lumOff val="5000"/>
                    </a:schemeClr>
                  </a:solidFill>
                </a:rPr>
                <a:t>《</a:t>
              </a:r>
              <a:r>
                <a:rPr lang="zh-CN" altLang="en-US">
                  <a:solidFill>
                    <a:schemeClr val="tx1">
                      <a:lumMod val="95000"/>
                      <a:lumOff val="5000"/>
                    </a:schemeClr>
                  </a:solidFill>
                </a:rPr>
                <a:t>民法典</a:t>
              </a:r>
              <a:r>
                <a:rPr lang="en-US" altLang="zh-CN">
                  <a:solidFill>
                    <a:schemeClr val="tx1">
                      <a:lumMod val="95000"/>
                      <a:lumOff val="5000"/>
                    </a:schemeClr>
                  </a:solidFill>
                </a:rPr>
                <a:t>》</a:t>
              </a:r>
              <a:r>
                <a:rPr lang="zh-CN" altLang="en-US">
                  <a:solidFill>
                    <a:schemeClr val="tx1">
                      <a:lumMod val="95000"/>
                      <a:lumOff val="5000"/>
                    </a:schemeClr>
                  </a:solidFill>
                </a:rPr>
                <a:t>第一千零八十四条 父母与子女间的关系，不因父母离婚而消除。离婚后，子女无论由父或母直接抚养，仍是父母双方的子女。</a:t>
              </a:r>
            </a:p>
          </p:txBody>
        </p:sp>
        <p:sp>
          <p:nvSpPr>
            <p:cNvPr id="12" name="矩形: 圆角 11"/>
            <p:cNvSpPr/>
            <p:nvPr/>
          </p:nvSpPr>
          <p:spPr>
            <a:xfrm>
              <a:off x="4416739" y="5704113"/>
              <a:ext cx="1080000" cy="90044"/>
            </a:xfrm>
            <a:prstGeom prst="roundRect">
              <a:avLst>
                <a:gd name="adj" fmla="val 50000"/>
              </a:avLst>
            </a:prstGeom>
            <a:solidFill>
              <a:schemeClr val="accent1"/>
            </a:solidFill>
            <a:ln>
              <a:noFill/>
            </a:ln>
            <a:effectLst>
              <a:outerShdw blurRad="254000" dist="101600" dir="5400000" algn="ctr"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2000">
                <a:latin typeface="+mj-ea"/>
                <a:ea typeface="+mj-ea"/>
                <a:sym typeface="+mn-lt"/>
              </a:endParaRPr>
            </a:p>
          </p:txBody>
        </p:sp>
      </p:grpSp>
      <p:grpSp>
        <p:nvGrpSpPr>
          <p:cNvPr id="14" name="组合 13"/>
          <p:cNvGrpSpPr/>
          <p:nvPr/>
        </p:nvGrpSpPr>
        <p:grpSpPr>
          <a:xfrm>
            <a:off x="6096000" y="2917371"/>
            <a:ext cx="4606745" cy="2876786"/>
            <a:chOff x="6096000" y="2917371"/>
            <a:chExt cx="4606745" cy="2876786"/>
          </a:xfrm>
        </p:grpSpPr>
        <p:sp>
          <p:nvSpPr>
            <p:cNvPr id="8" name="矩形: 圆角 7"/>
            <p:cNvSpPr/>
            <p:nvPr/>
          </p:nvSpPr>
          <p:spPr>
            <a:xfrm>
              <a:off x="6096000" y="2917371"/>
              <a:ext cx="4606745" cy="2786742"/>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rIns="180000" rtlCol="0" anchor="ctr"/>
            <a:lstStyle/>
            <a:p>
              <a:r>
                <a:rPr lang="zh-CN" altLang="en-US">
                  <a:solidFill>
                    <a:schemeClr val="tx1">
                      <a:lumMod val="95000"/>
                      <a:lumOff val="5000"/>
                    </a:schemeClr>
                  </a:solidFill>
                </a:rPr>
                <a:t>离婚后，父母对于子女仍有抚养、教育、保护的权利和义务。离婚后，不满两周岁的子女，以由母亲直接抚养为原则。已满两周岁的子女，父母双方对抚养问题协议不成的，由人民法院根据双方的具体情况，按照最有利于未成年子女的原则判决。子女已满八周岁的，应当尊重其真实意愿。</a:t>
              </a:r>
            </a:p>
          </p:txBody>
        </p:sp>
        <p:sp>
          <p:nvSpPr>
            <p:cNvPr id="13" name="矩形: 圆角 12"/>
            <p:cNvSpPr/>
            <p:nvPr/>
          </p:nvSpPr>
          <p:spPr>
            <a:xfrm>
              <a:off x="9229906" y="5704113"/>
              <a:ext cx="1080000" cy="90044"/>
            </a:xfrm>
            <a:prstGeom prst="roundRect">
              <a:avLst>
                <a:gd name="adj" fmla="val 50000"/>
              </a:avLst>
            </a:prstGeom>
            <a:solidFill>
              <a:schemeClr val="accent1"/>
            </a:solidFill>
            <a:ln>
              <a:noFill/>
            </a:ln>
            <a:effectLst>
              <a:outerShdw blurRad="254000" dist="101600" dir="5400000" algn="ctr"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2000">
                <a:latin typeface="+mj-ea"/>
                <a:ea typeface="+mj-ea"/>
                <a:sym typeface="+mn-lt"/>
              </a:endParaRPr>
            </a:p>
          </p:txBody>
        </p:sp>
      </p:grpSp>
    </p:spTree>
  </p:cSld>
  <p:clrMapOvr>
    <a:masterClrMapping/>
  </p:clrMapOvr>
  <mc:AlternateContent xmlns:mc="http://schemas.openxmlformats.org/markup-compatibility/2006" xmlns:p14="http://schemas.microsoft.com/office/powerpoint/2010/main">
    <mc:Choice Requires="p14">
      <p:transition spd="slow" p14:dur="1600" advTm="0">
        <p14:prism isInverted="1"/>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par>
                          <p:cTn id="10" fill="hold">
                            <p:stCondLst>
                              <p:cond delay="500"/>
                            </p:stCondLst>
                            <p:childTnLst>
                              <p:par>
                                <p:cTn id="11" presetID="16" presetClass="entr" presetSubtype="21" fill="hold" nodeType="after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barn(inVertical)">
                                      <p:cBhvr>
                                        <p:cTn id="13" dur="500"/>
                                        <p:tgtEl>
                                          <p:spTgt spid="15"/>
                                        </p:tgtEl>
                                      </p:cBhvr>
                                    </p:animEffect>
                                  </p:childTnLst>
                                </p:cTn>
                              </p:par>
                            </p:childTnLst>
                          </p:cTn>
                        </p:par>
                        <p:par>
                          <p:cTn id="14" fill="hold">
                            <p:stCondLst>
                              <p:cond delay="1000"/>
                            </p:stCondLst>
                            <p:childTnLst>
                              <p:par>
                                <p:cTn id="15" presetID="16" presetClass="entr" presetSubtype="21" fill="hold" nodeType="after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barn(inVertical)">
                                      <p:cBhvr>
                                        <p:cTn id="1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09428" y="613232"/>
            <a:ext cx="3775393" cy="598241"/>
          </a:xfrm>
          <a:prstGeom prst="rect">
            <a:avLst/>
          </a:prstGeom>
          <a:noFill/>
        </p:spPr>
        <p:txBody>
          <a:bodyPr wrap="none" rtlCol="0" anchor="t">
            <a:spAutoFit/>
          </a:bodyPr>
          <a:lstStyle/>
          <a:p>
            <a:pPr algn="l">
              <a:lnSpc>
                <a:spcPct val="130000"/>
              </a:lnSpc>
            </a:pPr>
            <a:r>
              <a:rPr lang="zh-CN" altLang="en-US" sz="2800" dirty="0">
                <a:solidFill>
                  <a:schemeClr val="accent1"/>
                </a:solidFill>
                <a:latin typeface="汉仪大宋简" panose="02010609000101010101" pitchFamily="49" charset="-122"/>
                <a:ea typeface="汉仪大宋简" panose="02010609000101010101" pitchFamily="49" charset="-122"/>
                <a:cs typeface="+mn-ea"/>
                <a:sym typeface="+mn-lt"/>
              </a:rPr>
              <a:t>家庭生活中的未成年人</a:t>
            </a:r>
          </a:p>
        </p:txBody>
      </p:sp>
      <p:sp>
        <p:nvSpPr>
          <p:cNvPr id="3" name="矩形: 圆角 2"/>
          <p:cNvSpPr/>
          <p:nvPr/>
        </p:nvSpPr>
        <p:spPr>
          <a:xfrm>
            <a:off x="4679428" y="1891156"/>
            <a:ext cx="2833144" cy="677874"/>
          </a:xfrm>
          <a:prstGeom prst="roundRect">
            <a:avLst>
              <a:gd name="adj" fmla="val 50000"/>
            </a:avLst>
          </a:prstGeom>
          <a:solidFill>
            <a:schemeClr val="accent1"/>
          </a:solidFill>
          <a:ln>
            <a:noFill/>
          </a:ln>
          <a:effectLst>
            <a:outerShdw blurRad="254000" dist="101600" dir="5400000" algn="ctr"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2000">
                <a:latin typeface="+mj-ea"/>
                <a:ea typeface="+mj-ea"/>
                <a:sym typeface="+mn-lt"/>
              </a:rPr>
              <a:t>二、监护</a:t>
            </a:r>
          </a:p>
        </p:txBody>
      </p:sp>
      <p:grpSp>
        <p:nvGrpSpPr>
          <p:cNvPr id="4" name="组合 3"/>
          <p:cNvGrpSpPr/>
          <p:nvPr/>
        </p:nvGrpSpPr>
        <p:grpSpPr>
          <a:xfrm>
            <a:off x="1344111" y="2917371"/>
            <a:ext cx="4606745" cy="2876786"/>
            <a:chOff x="1344111" y="2917371"/>
            <a:chExt cx="4606745" cy="2876786"/>
          </a:xfrm>
        </p:grpSpPr>
        <p:sp>
          <p:nvSpPr>
            <p:cNvPr id="5" name="矩形: 圆角 4"/>
            <p:cNvSpPr/>
            <p:nvPr/>
          </p:nvSpPr>
          <p:spPr>
            <a:xfrm>
              <a:off x="1344111" y="2917371"/>
              <a:ext cx="4606745" cy="2786742"/>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rIns="180000" rtlCol="0" anchor="ctr"/>
            <a:lstStyle/>
            <a:p>
              <a:r>
                <a:rPr lang="en-US" altLang="zh-CN">
                  <a:solidFill>
                    <a:schemeClr val="tx1">
                      <a:lumMod val="95000"/>
                      <a:lumOff val="5000"/>
                    </a:schemeClr>
                  </a:solidFill>
                </a:rPr>
                <a:t>《</a:t>
              </a:r>
              <a:r>
                <a:rPr lang="zh-CN" altLang="en-US">
                  <a:solidFill>
                    <a:schemeClr val="tx1">
                      <a:lumMod val="95000"/>
                      <a:lumOff val="5000"/>
                    </a:schemeClr>
                  </a:solidFill>
                </a:rPr>
                <a:t>民法典</a:t>
              </a:r>
              <a:r>
                <a:rPr lang="en-US" altLang="zh-CN">
                  <a:solidFill>
                    <a:schemeClr val="tx1">
                      <a:lumMod val="95000"/>
                      <a:lumOff val="5000"/>
                    </a:schemeClr>
                  </a:solidFill>
                </a:rPr>
                <a:t>》</a:t>
              </a:r>
              <a:r>
                <a:rPr lang="zh-CN" altLang="en-US">
                  <a:solidFill>
                    <a:schemeClr val="tx1">
                      <a:lumMod val="95000"/>
                      <a:lumOff val="5000"/>
                    </a:schemeClr>
                  </a:solidFill>
                </a:rPr>
                <a:t>第二十六条第一款父母对未成年子女负有抚养、教育和保护的义务。</a:t>
              </a:r>
              <a:r>
                <a:rPr lang="en-US" altLang="zh-CN">
                  <a:solidFill>
                    <a:schemeClr val="tx1">
                      <a:lumMod val="95000"/>
                      <a:lumOff val="5000"/>
                    </a:schemeClr>
                  </a:solidFill>
                </a:rPr>
                <a:t>《</a:t>
              </a:r>
              <a:r>
                <a:rPr lang="zh-CN" altLang="en-US">
                  <a:solidFill>
                    <a:schemeClr val="tx1">
                      <a:lumMod val="95000"/>
                      <a:lumOff val="5000"/>
                    </a:schemeClr>
                  </a:solidFill>
                </a:rPr>
                <a:t>民法典</a:t>
              </a:r>
              <a:r>
                <a:rPr lang="en-US" altLang="zh-CN">
                  <a:solidFill>
                    <a:schemeClr val="tx1">
                      <a:lumMod val="95000"/>
                      <a:lumOff val="5000"/>
                    </a:schemeClr>
                  </a:solidFill>
                </a:rPr>
                <a:t>》</a:t>
              </a:r>
              <a:r>
                <a:rPr lang="zh-CN" altLang="en-US">
                  <a:solidFill>
                    <a:schemeClr val="tx1">
                      <a:lumMod val="95000"/>
                      <a:lumOff val="5000"/>
                    </a:schemeClr>
                  </a:solidFill>
                </a:rPr>
                <a:t>第二十七条第一款父母是未成年子女的监护人。</a:t>
              </a:r>
              <a:r>
                <a:rPr lang="en-US" altLang="zh-CN">
                  <a:solidFill>
                    <a:schemeClr val="tx1">
                      <a:lumMod val="95000"/>
                      <a:lumOff val="5000"/>
                    </a:schemeClr>
                  </a:solidFill>
                </a:rPr>
                <a:t>《</a:t>
              </a:r>
              <a:r>
                <a:rPr lang="zh-CN" altLang="en-US">
                  <a:solidFill>
                    <a:schemeClr val="tx1">
                      <a:lumMod val="95000"/>
                      <a:lumOff val="5000"/>
                    </a:schemeClr>
                  </a:solidFill>
                </a:rPr>
                <a:t>民法典</a:t>
              </a:r>
              <a:r>
                <a:rPr lang="en-US" altLang="zh-CN">
                  <a:solidFill>
                    <a:schemeClr val="tx1">
                      <a:lumMod val="95000"/>
                      <a:lumOff val="5000"/>
                    </a:schemeClr>
                  </a:solidFill>
                </a:rPr>
                <a:t>》</a:t>
              </a:r>
              <a:r>
                <a:rPr lang="zh-CN" altLang="en-US">
                  <a:solidFill>
                    <a:schemeClr val="tx1">
                      <a:lumMod val="95000"/>
                      <a:lumOff val="5000"/>
                    </a:schemeClr>
                  </a:solidFill>
                </a:rPr>
                <a:t>第二十九条被监护人的父母担任监护人的，可以通过遗嘱指定监护人。对于身患重病的父母，通过遗嘱安排好孩子的监护人</a:t>
              </a:r>
            </a:p>
          </p:txBody>
        </p:sp>
        <p:sp>
          <p:nvSpPr>
            <p:cNvPr id="12" name="矩形: 圆角 11"/>
            <p:cNvSpPr/>
            <p:nvPr/>
          </p:nvSpPr>
          <p:spPr>
            <a:xfrm>
              <a:off x="4416739" y="5704113"/>
              <a:ext cx="1080000" cy="90044"/>
            </a:xfrm>
            <a:prstGeom prst="roundRect">
              <a:avLst>
                <a:gd name="adj" fmla="val 50000"/>
              </a:avLst>
            </a:prstGeom>
            <a:solidFill>
              <a:schemeClr val="accent1"/>
            </a:solidFill>
            <a:ln>
              <a:noFill/>
            </a:ln>
            <a:effectLst>
              <a:outerShdw blurRad="254000" dist="101600" dir="5400000" algn="ctr"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2000">
                <a:latin typeface="+mj-ea"/>
                <a:ea typeface="+mj-ea"/>
                <a:sym typeface="+mn-lt"/>
              </a:endParaRPr>
            </a:p>
          </p:txBody>
        </p:sp>
      </p:grpSp>
      <p:grpSp>
        <p:nvGrpSpPr>
          <p:cNvPr id="13" name="组合 12"/>
          <p:cNvGrpSpPr/>
          <p:nvPr/>
        </p:nvGrpSpPr>
        <p:grpSpPr>
          <a:xfrm>
            <a:off x="6096000" y="2917371"/>
            <a:ext cx="4606745" cy="2876786"/>
            <a:chOff x="6096000" y="2917371"/>
            <a:chExt cx="4606745" cy="2876786"/>
          </a:xfrm>
        </p:grpSpPr>
        <p:sp>
          <p:nvSpPr>
            <p:cNvPr id="14" name="矩形: 圆角 13"/>
            <p:cNvSpPr/>
            <p:nvPr/>
          </p:nvSpPr>
          <p:spPr>
            <a:xfrm>
              <a:off x="6096000" y="2917371"/>
              <a:ext cx="4606745" cy="2786742"/>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rIns="180000" rtlCol="0" anchor="ctr"/>
            <a:lstStyle/>
            <a:p>
              <a:r>
                <a:rPr lang="zh-CN" altLang="en-US">
                  <a:solidFill>
                    <a:schemeClr val="tx1">
                      <a:lumMod val="95000"/>
                      <a:lumOff val="5000"/>
                    </a:schemeClr>
                  </a:solidFill>
                </a:rPr>
                <a:t>有利于孩子未来的健康成长。</a:t>
              </a:r>
              <a:r>
                <a:rPr lang="en-US" altLang="zh-CN">
                  <a:solidFill>
                    <a:schemeClr val="tx1">
                      <a:lumMod val="95000"/>
                      <a:lumOff val="5000"/>
                    </a:schemeClr>
                  </a:solidFill>
                </a:rPr>
                <a:t>《</a:t>
              </a:r>
              <a:r>
                <a:rPr lang="zh-CN" altLang="en-US">
                  <a:solidFill>
                    <a:schemeClr val="tx1">
                      <a:lumMod val="95000"/>
                      <a:lumOff val="5000"/>
                    </a:schemeClr>
                  </a:solidFill>
                </a:rPr>
                <a:t>民法典</a:t>
              </a:r>
              <a:r>
                <a:rPr lang="en-US" altLang="zh-CN">
                  <a:solidFill>
                    <a:schemeClr val="tx1">
                      <a:lumMod val="95000"/>
                      <a:lumOff val="5000"/>
                    </a:schemeClr>
                  </a:solidFill>
                </a:rPr>
                <a:t>》</a:t>
              </a:r>
              <a:r>
                <a:rPr lang="zh-CN" altLang="en-US">
                  <a:solidFill>
                    <a:schemeClr val="tx1">
                      <a:lumMod val="95000"/>
                      <a:lumOff val="5000"/>
                    </a:schemeClr>
                  </a:solidFill>
                </a:rPr>
                <a:t>第三十四条第四款因发生突发事件等紧急情况，监护人暂时无法履行监护职责，被监护人的生活处于无人照料状态的，被监护人住所地的居民委员会、村民委员会或者民政部门应当为被监护人安排必要的临时生活照料措施。</a:t>
              </a:r>
            </a:p>
          </p:txBody>
        </p:sp>
        <p:sp>
          <p:nvSpPr>
            <p:cNvPr id="15" name="矩形: 圆角 14"/>
            <p:cNvSpPr/>
            <p:nvPr/>
          </p:nvSpPr>
          <p:spPr>
            <a:xfrm>
              <a:off x="9229906" y="5704113"/>
              <a:ext cx="1080000" cy="90044"/>
            </a:xfrm>
            <a:prstGeom prst="roundRect">
              <a:avLst>
                <a:gd name="adj" fmla="val 50000"/>
              </a:avLst>
            </a:prstGeom>
            <a:solidFill>
              <a:schemeClr val="accent1"/>
            </a:solidFill>
            <a:ln>
              <a:noFill/>
            </a:ln>
            <a:effectLst>
              <a:outerShdw blurRad="254000" dist="101600" dir="5400000" algn="ctr"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2000">
                <a:latin typeface="+mj-ea"/>
                <a:ea typeface="+mj-ea"/>
                <a:sym typeface="+mn-lt"/>
              </a:endParaRPr>
            </a:p>
          </p:txBody>
        </p:sp>
      </p:grpSp>
    </p:spTree>
  </p:cSld>
  <p:clrMapOvr>
    <a:masterClrMapping/>
  </p:clrMapOvr>
  <mc:AlternateContent xmlns:mc="http://schemas.openxmlformats.org/markup-compatibility/2006" xmlns:p14="http://schemas.microsoft.com/office/powerpoint/2010/main">
    <mc:Choice Requires="p14">
      <p:transition spd="slow" p14:dur="1250" advTm="0">
        <p14:switch dir="r"/>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par>
                          <p:cTn id="10" fill="hold">
                            <p:stCondLst>
                              <p:cond delay="500"/>
                            </p:stCondLst>
                            <p:childTnLst>
                              <p:par>
                                <p:cTn id="11" presetID="16" presetClass="entr" presetSubtype="21" fill="hold"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barn(inVertical)">
                                      <p:cBhvr>
                                        <p:cTn id="13" dur="500"/>
                                        <p:tgtEl>
                                          <p:spTgt spid="4"/>
                                        </p:tgtEl>
                                      </p:cBhvr>
                                    </p:animEffect>
                                  </p:childTnLst>
                                </p:cTn>
                              </p:par>
                            </p:childTnLst>
                          </p:cTn>
                        </p:par>
                        <p:par>
                          <p:cTn id="14" fill="hold">
                            <p:stCondLst>
                              <p:cond delay="1000"/>
                            </p:stCondLst>
                            <p:childTnLst>
                              <p:par>
                                <p:cTn id="15" presetID="16" presetClass="entr" presetSubtype="21" fill="hold" nodeType="after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barn(inVertical)">
                                      <p:cBhvr>
                                        <p:cTn id="1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09428" y="613232"/>
            <a:ext cx="4134465" cy="598241"/>
          </a:xfrm>
          <a:prstGeom prst="rect">
            <a:avLst/>
          </a:prstGeom>
          <a:noFill/>
        </p:spPr>
        <p:txBody>
          <a:bodyPr wrap="none" rtlCol="0" anchor="t">
            <a:spAutoFit/>
          </a:bodyPr>
          <a:lstStyle/>
          <a:p>
            <a:pPr algn="l">
              <a:lnSpc>
                <a:spcPct val="130000"/>
              </a:lnSpc>
            </a:pPr>
            <a:r>
              <a:rPr lang="zh-CN" altLang="en-US" sz="2800" dirty="0">
                <a:solidFill>
                  <a:schemeClr val="accent1"/>
                </a:solidFill>
                <a:latin typeface="汉仪大宋简" panose="02010609000101010101" pitchFamily="49" charset="-122"/>
                <a:ea typeface="汉仪大宋简" panose="02010609000101010101" pitchFamily="49" charset="-122"/>
                <a:cs typeface="+mn-ea"/>
                <a:sym typeface="+mn-lt"/>
              </a:rPr>
              <a:t>未成人被侵权的相关问题</a:t>
            </a:r>
          </a:p>
        </p:txBody>
      </p:sp>
      <p:sp>
        <p:nvSpPr>
          <p:cNvPr id="3" name="矩形: 圆角 2"/>
          <p:cNvSpPr/>
          <p:nvPr/>
        </p:nvSpPr>
        <p:spPr>
          <a:xfrm>
            <a:off x="1344110" y="1881510"/>
            <a:ext cx="4606745" cy="677874"/>
          </a:xfrm>
          <a:prstGeom prst="roundRect">
            <a:avLst>
              <a:gd name="adj" fmla="val 50000"/>
            </a:avLst>
          </a:prstGeom>
          <a:solidFill>
            <a:schemeClr val="accent1"/>
          </a:solidFill>
          <a:ln>
            <a:noFill/>
          </a:ln>
          <a:effectLst>
            <a:outerShdw blurRad="254000" dist="101600" dir="5400000" algn="ctr"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2000">
                <a:latin typeface="+mj-ea"/>
                <a:ea typeface="+mj-ea"/>
                <a:sym typeface="+mn-lt"/>
              </a:rPr>
              <a:t>一、与安全保障义务有关的侵权问题</a:t>
            </a:r>
          </a:p>
        </p:txBody>
      </p:sp>
      <p:grpSp>
        <p:nvGrpSpPr>
          <p:cNvPr id="4" name="组合 3"/>
          <p:cNvGrpSpPr/>
          <p:nvPr/>
        </p:nvGrpSpPr>
        <p:grpSpPr>
          <a:xfrm>
            <a:off x="1344111" y="2917371"/>
            <a:ext cx="4606745" cy="2876786"/>
            <a:chOff x="1344111" y="2917371"/>
            <a:chExt cx="4606745" cy="2876786"/>
          </a:xfrm>
        </p:grpSpPr>
        <p:sp>
          <p:nvSpPr>
            <p:cNvPr id="5" name="矩形: 圆角 4"/>
            <p:cNvSpPr/>
            <p:nvPr/>
          </p:nvSpPr>
          <p:spPr>
            <a:xfrm>
              <a:off x="1344111" y="2917371"/>
              <a:ext cx="4606745" cy="2786742"/>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rIns="180000" rtlCol="0" anchor="ctr"/>
            <a:lstStyle/>
            <a:p>
              <a:r>
                <a:rPr lang="en-US" altLang="zh-CN" sz="1600">
                  <a:solidFill>
                    <a:schemeClr val="tx1">
                      <a:lumMod val="95000"/>
                      <a:lumOff val="5000"/>
                    </a:schemeClr>
                  </a:solidFill>
                </a:rPr>
                <a:t>《</a:t>
              </a:r>
              <a:r>
                <a:rPr lang="zh-CN" altLang="en-US" sz="1600">
                  <a:solidFill>
                    <a:schemeClr val="tx1">
                      <a:lumMod val="95000"/>
                      <a:lumOff val="5000"/>
                    </a:schemeClr>
                  </a:solidFill>
                </a:rPr>
                <a:t>民法典</a:t>
              </a:r>
              <a:r>
                <a:rPr lang="en-US" altLang="zh-CN" sz="1600">
                  <a:solidFill>
                    <a:schemeClr val="tx1">
                      <a:lumMod val="95000"/>
                      <a:lumOff val="5000"/>
                    </a:schemeClr>
                  </a:solidFill>
                </a:rPr>
                <a:t>》</a:t>
              </a:r>
              <a:r>
                <a:rPr lang="zh-CN" altLang="en-US" sz="1600">
                  <a:solidFill>
                    <a:schemeClr val="tx1">
                      <a:lumMod val="95000"/>
                      <a:lumOff val="5000"/>
                    </a:schemeClr>
                  </a:solidFill>
                </a:rPr>
                <a:t>第一千一百九十九条无民事行为能力人在幼儿园，学校或者其他教育机构学习，生活期间受到人身揭害的，幼儿园，学校或者其他教育机构应当承担得权责任</a:t>
              </a:r>
              <a:r>
                <a:rPr lang="en-US" altLang="zh-CN" sz="1600">
                  <a:solidFill>
                    <a:schemeClr val="tx1">
                      <a:lumMod val="95000"/>
                      <a:lumOff val="5000"/>
                    </a:schemeClr>
                  </a:solidFill>
                </a:rPr>
                <a:t>:</a:t>
              </a:r>
              <a:r>
                <a:rPr lang="zh-CN" altLang="en-US" sz="1600">
                  <a:solidFill>
                    <a:schemeClr val="tx1">
                      <a:lumMod val="95000"/>
                      <a:lumOff val="5000"/>
                    </a:schemeClr>
                  </a:solidFill>
                </a:rPr>
                <a:t>但是，能够证明尽到教育，管理肥责的，不承相侵权责任。</a:t>
              </a:r>
              <a:r>
                <a:rPr lang="en-US" altLang="zh-CN" sz="1600">
                  <a:solidFill>
                    <a:schemeClr val="tx1">
                      <a:lumMod val="95000"/>
                      <a:lumOff val="5000"/>
                    </a:schemeClr>
                  </a:solidFill>
                </a:rPr>
                <a:t>《</a:t>
              </a:r>
              <a:r>
                <a:rPr lang="zh-CN" altLang="en-US" sz="1600">
                  <a:solidFill>
                    <a:schemeClr val="tx1">
                      <a:lumMod val="95000"/>
                      <a:lumOff val="5000"/>
                    </a:schemeClr>
                  </a:solidFill>
                </a:rPr>
                <a:t>民法典</a:t>
              </a:r>
              <a:r>
                <a:rPr lang="en-US" altLang="zh-CN" sz="1600">
                  <a:solidFill>
                    <a:schemeClr val="tx1">
                      <a:lumMod val="95000"/>
                      <a:lumOff val="5000"/>
                    </a:schemeClr>
                  </a:solidFill>
                </a:rPr>
                <a:t>》</a:t>
              </a:r>
              <a:r>
                <a:rPr lang="zh-CN" altLang="en-US" sz="1600">
                  <a:solidFill>
                    <a:schemeClr val="tx1">
                      <a:lumMod val="95000"/>
                      <a:lumOff val="5000"/>
                    </a:schemeClr>
                  </a:solidFill>
                </a:rPr>
                <a:t>第一千二百条限制民事行为能力人在学校或者其他教育机构学习、生活期间受到人身损害，学校或者其他教育机构未尽到教育、管理职责的，应当承担侵权责任。</a:t>
              </a:r>
            </a:p>
          </p:txBody>
        </p:sp>
        <p:sp>
          <p:nvSpPr>
            <p:cNvPr id="7" name="矩形: 圆角 6"/>
            <p:cNvSpPr/>
            <p:nvPr/>
          </p:nvSpPr>
          <p:spPr>
            <a:xfrm>
              <a:off x="4416739" y="5704113"/>
              <a:ext cx="1080000" cy="90044"/>
            </a:xfrm>
            <a:prstGeom prst="roundRect">
              <a:avLst>
                <a:gd name="adj" fmla="val 50000"/>
              </a:avLst>
            </a:prstGeom>
            <a:solidFill>
              <a:schemeClr val="accent1"/>
            </a:solidFill>
            <a:ln>
              <a:noFill/>
            </a:ln>
            <a:effectLst>
              <a:outerShdw blurRad="254000" dist="101600" dir="5400000" algn="ctr"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a:latin typeface="+mj-ea"/>
                <a:ea typeface="+mj-ea"/>
                <a:sym typeface="+mn-lt"/>
              </a:endParaRPr>
            </a:p>
          </p:txBody>
        </p:sp>
      </p:grpSp>
      <p:grpSp>
        <p:nvGrpSpPr>
          <p:cNvPr id="13" name="组合 12"/>
          <p:cNvGrpSpPr/>
          <p:nvPr/>
        </p:nvGrpSpPr>
        <p:grpSpPr>
          <a:xfrm>
            <a:off x="6096000" y="2917371"/>
            <a:ext cx="4606745" cy="2876786"/>
            <a:chOff x="6096000" y="2917371"/>
            <a:chExt cx="4606745" cy="2876786"/>
          </a:xfrm>
        </p:grpSpPr>
        <p:sp>
          <p:nvSpPr>
            <p:cNvPr id="14" name="矩形: 圆角 13"/>
            <p:cNvSpPr/>
            <p:nvPr/>
          </p:nvSpPr>
          <p:spPr>
            <a:xfrm>
              <a:off x="6096000" y="2917371"/>
              <a:ext cx="4606745" cy="2786742"/>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rIns="180000" rtlCol="0" anchor="ctr"/>
            <a:lstStyle/>
            <a:p>
              <a:r>
                <a:rPr lang="en-US" altLang="zh-CN" sz="1600">
                  <a:solidFill>
                    <a:schemeClr val="tx1">
                      <a:lumMod val="95000"/>
                      <a:lumOff val="5000"/>
                    </a:schemeClr>
                  </a:solidFill>
                </a:rPr>
                <a:t>《</a:t>
              </a:r>
              <a:r>
                <a:rPr lang="zh-CN" altLang="en-US" sz="1600">
                  <a:solidFill>
                    <a:schemeClr val="tx1">
                      <a:lumMod val="95000"/>
                      <a:lumOff val="5000"/>
                    </a:schemeClr>
                  </a:solidFill>
                </a:rPr>
                <a:t>民法典</a:t>
              </a:r>
              <a:r>
                <a:rPr lang="en-US" altLang="zh-CN" sz="1600">
                  <a:solidFill>
                    <a:schemeClr val="tx1">
                      <a:lumMod val="95000"/>
                      <a:lumOff val="5000"/>
                    </a:schemeClr>
                  </a:solidFill>
                </a:rPr>
                <a:t>》</a:t>
              </a:r>
              <a:r>
                <a:rPr lang="zh-CN" altLang="en-US" sz="1600">
                  <a:solidFill>
                    <a:schemeClr val="tx1">
                      <a:lumMod val="95000"/>
                      <a:lumOff val="5000"/>
                    </a:schemeClr>
                  </a:solidFill>
                </a:rPr>
                <a:t>第一千二百零一条无民事行为能力人或者限制民事行为能力人在幼儿园，学校或者其他教育机构学习、生活期间，受到幼儿园、学校或者其他教育机构以外的第三人人身损害的，由第三人承担侵权责任</a:t>
              </a:r>
              <a:r>
                <a:rPr lang="en-US" altLang="zh-CN" sz="1600">
                  <a:solidFill>
                    <a:schemeClr val="tx1">
                      <a:lumMod val="95000"/>
                      <a:lumOff val="5000"/>
                    </a:schemeClr>
                  </a:solidFill>
                </a:rPr>
                <a:t>;</a:t>
              </a:r>
              <a:r>
                <a:rPr lang="zh-CN" altLang="en-US" sz="1600">
                  <a:solidFill>
                    <a:schemeClr val="tx1">
                      <a:lumMod val="95000"/>
                      <a:lumOff val="5000"/>
                    </a:schemeClr>
                  </a:solidFill>
                </a:rPr>
                <a:t>幼儿园、学校或者其他教育机构未尽到管理职责的，承担相应的补充责任。幼儿园、学校或者其他教育机构承担补充责任后，可以向第三人追偿。</a:t>
              </a:r>
            </a:p>
          </p:txBody>
        </p:sp>
        <p:sp>
          <p:nvSpPr>
            <p:cNvPr id="15" name="矩形: 圆角 14"/>
            <p:cNvSpPr/>
            <p:nvPr/>
          </p:nvSpPr>
          <p:spPr>
            <a:xfrm>
              <a:off x="9229906" y="5704113"/>
              <a:ext cx="1080000" cy="90044"/>
            </a:xfrm>
            <a:prstGeom prst="roundRect">
              <a:avLst>
                <a:gd name="adj" fmla="val 50000"/>
              </a:avLst>
            </a:prstGeom>
            <a:solidFill>
              <a:schemeClr val="accent1"/>
            </a:solidFill>
            <a:ln>
              <a:noFill/>
            </a:ln>
            <a:effectLst>
              <a:outerShdw blurRad="254000" dist="101600" dir="5400000" algn="ctr"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a:latin typeface="+mj-ea"/>
                <a:ea typeface="+mj-ea"/>
                <a:sym typeface="+mn-lt"/>
              </a:endParaRPr>
            </a:p>
          </p:txBody>
        </p:sp>
      </p:grpSp>
      <p:pic>
        <p:nvPicPr>
          <p:cNvPr id="18" name="图片 17" descr="图片包含 箭头&#10;&#10;描述已自动生成"/>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359565" y="1569460"/>
            <a:ext cx="1061691" cy="1061691"/>
          </a:xfrm>
          <a:prstGeom prst="rect">
            <a:avLst/>
          </a:prstGeom>
        </p:spPr>
      </p:pic>
    </p:spTree>
  </p:cSld>
  <p:clrMapOvr>
    <a:masterClrMapping/>
  </p:clrMapOvr>
  <p:transition spd="slow" advTm="0">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par>
                          <p:cTn id="10" fill="hold">
                            <p:stCondLst>
                              <p:cond delay="500"/>
                            </p:stCondLst>
                            <p:childTnLst>
                              <p:par>
                                <p:cTn id="11" presetID="16" presetClass="entr" presetSubtype="21" fill="hold"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barn(inVertical)">
                                      <p:cBhvr>
                                        <p:cTn id="13" dur="500"/>
                                        <p:tgtEl>
                                          <p:spTgt spid="4"/>
                                        </p:tgtEl>
                                      </p:cBhvr>
                                    </p:animEffect>
                                  </p:childTnLst>
                                </p:cTn>
                              </p:par>
                            </p:childTnLst>
                          </p:cTn>
                        </p:par>
                        <p:par>
                          <p:cTn id="14" fill="hold">
                            <p:stCondLst>
                              <p:cond delay="1000"/>
                            </p:stCondLst>
                            <p:childTnLst>
                              <p:par>
                                <p:cTn id="15" presetID="16" presetClass="entr" presetSubtype="21" fill="hold" nodeType="after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barn(inVertical)">
                                      <p:cBhvr>
                                        <p:cTn id="17" dur="500"/>
                                        <p:tgtEl>
                                          <p:spTgt spid="13"/>
                                        </p:tgtEl>
                                      </p:cBhvr>
                                    </p:animEffect>
                                  </p:childTnLst>
                                </p:cTn>
                              </p:par>
                              <p:par>
                                <p:cTn id="18" presetID="53" presetClass="entr" presetSubtype="16" fill="hold" nodeType="withEffect">
                                  <p:stCondLst>
                                    <p:cond delay="0"/>
                                  </p:stCondLst>
                                  <p:childTnLst>
                                    <p:set>
                                      <p:cBhvr>
                                        <p:cTn id="19" dur="1" fill="hold">
                                          <p:stCondLst>
                                            <p:cond delay="0"/>
                                          </p:stCondLst>
                                        </p:cTn>
                                        <p:tgtEl>
                                          <p:spTgt spid="18"/>
                                        </p:tgtEl>
                                        <p:attrNameLst>
                                          <p:attrName>style.visibility</p:attrName>
                                        </p:attrNameLst>
                                      </p:cBhvr>
                                      <p:to>
                                        <p:strVal val="visible"/>
                                      </p:to>
                                    </p:set>
                                    <p:anim calcmode="lin" valueType="num">
                                      <p:cBhvr>
                                        <p:cTn id="20" dur="500" fill="hold"/>
                                        <p:tgtEl>
                                          <p:spTgt spid="18"/>
                                        </p:tgtEl>
                                        <p:attrNameLst>
                                          <p:attrName>ppt_w</p:attrName>
                                        </p:attrNameLst>
                                      </p:cBhvr>
                                      <p:tavLst>
                                        <p:tav tm="0">
                                          <p:val>
                                            <p:fltVal val="0"/>
                                          </p:val>
                                        </p:tav>
                                        <p:tav tm="100000">
                                          <p:val>
                                            <p:strVal val="#ppt_w"/>
                                          </p:val>
                                        </p:tav>
                                      </p:tavLst>
                                    </p:anim>
                                    <p:anim calcmode="lin" valueType="num">
                                      <p:cBhvr>
                                        <p:cTn id="21" dur="500" fill="hold"/>
                                        <p:tgtEl>
                                          <p:spTgt spid="18"/>
                                        </p:tgtEl>
                                        <p:attrNameLst>
                                          <p:attrName>ppt_h</p:attrName>
                                        </p:attrNameLst>
                                      </p:cBhvr>
                                      <p:tavLst>
                                        <p:tav tm="0">
                                          <p:val>
                                            <p:fltVal val="0"/>
                                          </p:val>
                                        </p:tav>
                                        <p:tav tm="100000">
                                          <p:val>
                                            <p:strVal val="#ppt_h"/>
                                          </p:val>
                                        </p:tav>
                                      </p:tavLst>
                                    </p:anim>
                                    <p:animEffect transition="in" filter="fade">
                                      <p:cBhvr>
                                        <p:cTn id="2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409428" y="613232"/>
            <a:ext cx="4134465" cy="598241"/>
          </a:xfrm>
          <a:prstGeom prst="rect">
            <a:avLst/>
          </a:prstGeom>
          <a:noFill/>
        </p:spPr>
        <p:txBody>
          <a:bodyPr wrap="none" rtlCol="0" anchor="t">
            <a:spAutoFit/>
          </a:bodyPr>
          <a:lstStyle/>
          <a:p>
            <a:pPr algn="l">
              <a:lnSpc>
                <a:spcPct val="130000"/>
              </a:lnSpc>
            </a:pPr>
            <a:r>
              <a:rPr lang="zh-CN" altLang="en-US" sz="2800" dirty="0">
                <a:solidFill>
                  <a:schemeClr val="accent1"/>
                </a:solidFill>
                <a:latin typeface="汉仪大宋简" panose="02010609000101010101" pitchFamily="49" charset="-122"/>
                <a:ea typeface="汉仪大宋简" panose="02010609000101010101" pitchFamily="49" charset="-122"/>
                <a:cs typeface="+mn-ea"/>
                <a:sym typeface="+mn-lt"/>
              </a:rPr>
              <a:t>未成人被侵权的相关问题</a:t>
            </a:r>
          </a:p>
        </p:txBody>
      </p:sp>
      <p:sp>
        <p:nvSpPr>
          <p:cNvPr id="4" name="矩形: 圆角 3"/>
          <p:cNvSpPr/>
          <p:nvPr/>
        </p:nvSpPr>
        <p:spPr>
          <a:xfrm>
            <a:off x="1344110" y="1881510"/>
            <a:ext cx="4606745" cy="677874"/>
          </a:xfrm>
          <a:prstGeom prst="roundRect">
            <a:avLst>
              <a:gd name="adj" fmla="val 50000"/>
            </a:avLst>
          </a:prstGeom>
          <a:solidFill>
            <a:schemeClr val="accent1"/>
          </a:solidFill>
          <a:ln>
            <a:noFill/>
          </a:ln>
          <a:effectLst>
            <a:outerShdw blurRad="254000" dist="101600" dir="5400000" algn="ctr"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2000">
                <a:latin typeface="+mj-ea"/>
                <a:ea typeface="+mj-ea"/>
                <a:sym typeface="+mn-lt"/>
              </a:rPr>
              <a:t>二、对“性骚扰”进行了特别关注</a:t>
            </a:r>
          </a:p>
        </p:txBody>
      </p:sp>
      <p:grpSp>
        <p:nvGrpSpPr>
          <p:cNvPr id="5" name="组合 4"/>
          <p:cNvGrpSpPr/>
          <p:nvPr/>
        </p:nvGrpSpPr>
        <p:grpSpPr>
          <a:xfrm>
            <a:off x="1344111" y="2917371"/>
            <a:ext cx="4606745" cy="2876786"/>
            <a:chOff x="1344111" y="2917371"/>
            <a:chExt cx="4606745" cy="2876786"/>
          </a:xfrm>
        </p:grpSpPr>
        <p:sp>
          <p:nvSpPr>
            <p:cNvPr id="12" name="矩形: 圆角 11"/>
            <p:cNvSpPr/>
            <p:nvPr/>
          </p:nvSpPr>
          <p:spPr>
            <a:xfrm>
              <a:off x="1344111" y="2917371"/>
              <a:ext cx="4606745" cy="2786742"/>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rIns="180000" rtlCol="0" anchor="ctr"/>
            <a:lstStyle/>
            <a:p>
              <a:r>
                <a:rPr lang="en-US" altLang="zh-CN">
                  <a:solidFill>
                    <a:schemeClr val="tx1">
                      <a:lumMod val="95000"/>
                      <a:lumOff val="5000"/>
                    </a:schemeClr>
                  </a:solidFill>
                </a:rPr>
                <a:t>《</a:t>
              </a:r>
              <a:r>
                <a:rPr lang="zh-CN" altLang="en-US">
                  <a:solidFill>
                    <a:schemeClr val="tx1">
                      <a:lumMod val="95000"/>
                      <a:lumOff val="5000"/>
                    </a:schemeClr>
                  </a:solidFill>
                </a:rPr>
                <a:t>民法典</a:t>
              </a:r>
              <a:r>
                <a:rPr lang="en-US" altLang="zh-CN">
                  <a:solidFill>
                    <a:schemeClr val="tx1">
                      <a:lumMod val="95000"/>
                      <a:lumOff val="5000"/>
                    </a:schemeClr>
                  </a:solidFill>
                </a:rPr>
                <a:t>》</a:t>
              </a:r>
              <a:r>
                <a:rPr lang="zh-CN" altLang="en-US">
                  <a:solidFill>
                    <a:schemeClr val="tx1">
                      <a:lumMod val="95000"/>
                      <a:lumOff val="5000"/>
                    </a:schemeClr>
                  </a:solidFill>
                </a:rPr>
                <a:t>第一千零一十条违背他人意愿，以言语，文字，图像肢体行为等方式对他人实施性骚扰的，受害人有权依法请求行为人承担民事责任。机关，企业，学校等单位应当采取合理的预防，受理投诉</a:t>
              </a:r>
            </a:p>
          </p:txBody>
        </p:sp>
        <p:sp>
          <p:nvSpPr>
            <p:cNvPr id="13" name="矩形: 圆角 12"/>
            <p:cNvSpPr/>
            <p:nvPr/>
          </p:nvSpPr>
          <p:spPr>
            <a:xfrm>
              <a:off x="4416739" y="5704113"/>
              <a:ext cx="1080000" cy="90044"/>
            </a:xfrm>
            <a:prstGeom prst="roundRect">
              <a:avLst>
                <a:gd name="adj" fmla="val 50000"/>
              </a:avLst>
            </a:prstGeom>
            <a:solidFill>
              <a:schemeClr val="accent1"/>
            </a:solidFill>
            <a:ln>
              <a:noFill/>
            </a:ln>
            <a:effectLst>
              <a:outerShdw blurRad="254000" dist="101600" dir="5400000" algn="ctr"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a:latin typeface="+mj-ea"/>
                <a:ea typeface="+mj-ea"/>
                <a:sym typeface="+mn-lt"/>
              </a:endParaRPr>
            </a:p>
          </p:txBody>
        </p:sp>
      </p:grpSp>
      <p:grpSp>
        <p:nvGrpSpPr>
          <p:cNvPr id="14" name="组合 13"/>
          <p:cNvGrpSpPr/>
          <p:nvPr/>
        </p:nvGrpSpPr>
        <p:grpSpPr>
          <a:xfrm>
            <a:off x="6096000" y="2917371"/>
            <a:ext cx="4606745" cy="2876786"/>
            <a:chOff x="6096000" y="2917371"/>
            <a:chExt cx="4606745" cy="2876786"/>
          </a:xfrm>
        </p:grpSpPr>
        <p:sp>
          <p:nvSpPr>
            <p:cNvPr id="15" name="矩形: 圆角 14"/>
            <p:cNvSpPr/>
            <p:nvPr/>
          </p:nvSpPr>
          <p:spPr>
            <a:xfrm>
              <a:off x="6096000" y="2917371"/>
              <a:ext cx="4606745" cy="2786742"/>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rIns="180000" rtlCol="0" anchor="ctr"/>
            <a:lstStyle/>
            <a:p>
              <a:r>
                <a:rPr lang="zh-CN" altLang="en-US">
                  <a:solidFill>
                    <a:schemeClr val="tx1">
                      <a:lumMod val="95000"/>
                      <a:lumOff val="5000"/>
                    </a:schemeClr>
                  </a:solidFill>
                </a:rPr>
                <a:t>调查处置等措施，防止和制止利用职权，从属关系等实施性骚扰。</a:t>
              </a:r>
              <a:r>
                <a:rPr lang="en-US" altLang="zh-CN">
                  <a:solidFill>
                    <a:schemeClr val="tx1">
                      <a:lumMod val="95000"/>
                      <a:lumOff val="5000"/>
                    </a:schemeClr>
                  </a:solidFill>
                </a:rPr>
                <a:t>《</a:t>
              </a:r>
              <a:r>
                <a:rPr lang="zh-CN" altLang="en-US">
                  <a:solidFill>
                    <a:schemeClr val="tx1">
                      <a:lumMod val="95000"/>
                      <a:lumOff val="5000"/>
                    </a:schemeClr>
                  </a:solidFill>
                </a:rPr>
                <a:t>民法典</a:t>
              </a:r>
              <a:r>
                <a:rPr lang="en-US" altLang="zh-CN">
                  <a:solidFill>
                    <a:schemeClr val="tx1">
                      <a:lumMod val="95000"/>
                      <a:lumOff val="5000"/>
                    </a:schemeClr>
                  </a:solidFill>
                </a:rPr>
                <a:t>》</a:t>
              </a:r>
              <a:r>
                <a:rPr lang="zh-CN" altLang="en-US">
                  <a:solidFill>
                    <a:schemeClr val="tx1">
                      <a:lumMod val="95000"/>
                      <a:lumOff val="5000"/>
                    </a:schemeClr>
                  </a:solidFill>
                </a:rPr>
                <a:t>第一百九十一条 未成年人遭受性侵害的损害赔偿请求权的诉讼时效期间，自受害人年满十八周岁之日起计算。</a:t>
              </a:r>
            </a:p>
          </p:txBody>
        </p:sp>
        <p:sp>
          <p:nvSpPr>
            <p:cNvPr id="16" name="矩形: 圆角 15"/>
            <p:cNvSpPr/>
            <p:nvPr/>
          </p:nvSpPr>
          <p:spPr>
            <a:xfrm>
              <a:off x="9229906" y="5704113"/>
              <a:ext cx="1080000" cy="90044"/>
            </a:xfrm>
            <a:prstGeom prst="roundRect">
              <a:avLst>
                <a:gd name="adj" fmla="val 50000"/>
              </a:avLst>
            </a:prstGeom>
            <a:solidFill>
              <a:schemeClr val="accent1"/>
            </a:solidFill>
            <a:ln>
              <a:noFill/>
            </a:ln>
            <a:effectLst>
              <a:outerShdw blurRad="254000" dist="101600" dir="5400000" algn="ctr"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a:latin typeface="+mj-ea"/>
                <a:ea typeface="+mj-ea"/>
                <a:sym typeface="+mn-lt"/>
              </a:endParaRPr>
            </a:p>
          </p:txBody>
        </p:sp>
      </p:grpSp>
      <p:pic>
        <p:nvPicPr>
          <p:cNvPr id="17" name="图片 16" descr="图片包含 游戏机&#10;&#10;描述已自动生成"/>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241147" y="1569461"/>
            <a:ext cx="1309656" cy="130965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00" advTm="0">
        <p14:warp dir="in"/>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par>
                          <p:cTn id="10" fill="hold">
                            <p:stCondLst>
                              <p:cond delay="500"/>
                            </p:stCondLst>
                            <p:childTnLst>
                              <p:par>
                                <p:cTn id="11" presetID="16" presetClass="entr" presetSubtype="21" fill="hold"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arn(inVertical)">
                                      <p:cBhvr>
                                        <p:cTn id="13" dur="500"/>
                                        <p:tgtEl>
                                          <p:spTgt spid="5"/>
                                        </p:tgtEl>
                                      </p:cBhvr>
                                    </p:animEffect>
                                  </p:childTnLst>
                                </p:cTn>
                              </p:par>
                            </p:childTnLst>
                          </p:cTn>
                        </p:par>
                        <p:par>
                          <p:cTn id="14" fill="hold">
                            <p:stCondLst>
                              <p:cond delay="1000"/>
                            </p:stCondLst>
                            <p:childTnLst>
                              <p:par>
                                <p:cTn id="15" presetID="16" presetClass="entr" presetSubtype="21" fill="hold" nodeType="after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barn(inVertical)">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53" presetClass="entr" presetSubtype="16"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 calcmode="lin" valueType="num">
                                      <p:cBhvr>
                                        <p:cTn id="22" dur="500" fill="hold"/>
                                        <p:tgtEl>
                                          <p:spTgt spid="17"/>
                                        </p:tgtEl>
                                        <p:attrNameLst>
                                          <p:attrName>ppt_w</p:attrName>
                                        </p:attrNameLst>
                                      </p:cBhvr>
                                      <p:tavLst>
                                        <p:tav tm="0">
                                          <p:val>
                                            <p:fltVal val="0"/>
                                          </p:val>
                                        </p:tav>
                                        <p:tav tm="100000">
                                          <p:val>
                                            <p:strVal val="#ppt_w"/>
                                          </p:val>
                                        </p:tav>
                                      </p:tavLst>
                                    </p:anim>
                                    <p:anim calcmode="lin" valueType="num">
                                      <p:cBhvr>
                                        <p:cTn id="23" dur="500" fill="hold"/>
                                        <p:tgtEl>
                                          <p:spTgt spid="17"/>
                                        </p:tgtEl>
                                        <p:attrNameLst>
                                          <p:attrName>ppt_h</p:attrName>
                                        </p:attrNameLst>
                                      </p:cBhvr>
                                      <p:tavLst>
                                        <p:tav tm="0">
                                          <p:val>
                                            <p:fltVal val="0"/>
                                          </p:val>
                                        </p:tav>
                                        <p:tav tm="100000">
                                          <p:val>
                                            <p:strVal val="#ppt_h"/>
                                          </p:val>
                                        </p:tav>
                                      </p:tavLst>
                                    </p:anim>
                                    <p:animEffect transition="in" filter="fade">
                                      <p:cBhvr>
                                        <p:cTn id="2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形状 1"/>
          <p:cNvSpPr/>
          <p:nvPr/>
        </p:nvSpPr>
        <p:spPr bwMode="auto">
          <a:xfrm>
            <a:off x="5138168" y="5941885"/>
            <a:ext cx="957832" cy="259492"/>
          </a:xfrm>
          <a:custGeom>
            <a:avLst/>
            <a:gdLst>
              <a:gd name="connsiteX0" fmla="*/ 873125 w 1195388"/>
              <a:gd name="connsiteY0" fmla="*/ 0 h 323850"/>
              <a:gd name="connsiteX1" fmla="*/ 1195388 w 1195388"/>
              <a:gd name="connsiteY1" fmla="*/ 323850 h 323850"/>
              <a:gd name="connsiteX2" fmla="*/ 873125 w 1195388"/>
              <a:gd name="connsiteY2" fmla="*/ 323850 h 323850"/>
              <a:gd name="connsiteX3" fmla="*/ 450850 w 1195388"/>
              <a:gd name="connsiteY3" fmla="*/ 0 h 323850"/>
              <a:gd name="connsiteX4" fmla="*/ 773113 w 1195388"/>
              <a:gd name="connsiteY4" fmla="*/ 323850 h 323850"/>
              <a:gd name="connsiteX5" fmla="*/ 450850 w 1195388"/>
              <a:gd name="connsiteY5" fmla="*/ 323850 h 323850"/>
              <a:gd name="connsiteX6" fmla="*/ 0 w 1195388"/>
              <a:gd name="connsiteY6" fmla="*/ 0 h 323850"/>
              <a:gd name="connsiteX7" fmla="*/ 323850 w 1195388"/>
              <a:gd name="connsiteY7" fmla="*/ 323850 h 323850"/>
              <a:gd name="connsiteX8" fmla="*/ 0 w 1195388"/>
              <a:gd name="connsiteY8" fmla="*/ 323850 h 32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5388" h="323850">
                <a:moveTo>
                  <a:pt x="873125" y="0"/>
                </a:moveTo>
                <a:lnTo>
                  <a:pt x="1195388" y="323850"/>
                </a:lnTo>
                <a:lnTo>
                  <a:pt x="873125" y="323850"/>
                </a:lnTo>
                <a:close/>
                <a:moveTo>
                  <a:pt x="450850" y="0"/>
                </a:moveTo>
                <a:lnTo>
                  <a:pt x="773113" y="323850"/>
                </a:lnTo>
                <a:lnTo>
                  <a:pt x="450850" y="323850"/>
                </a:lnTo>
                <a:close/>
                <a:moveTo>
                  <a:pt x="0" y="0"/>
                </a:moveTo>
                <a:lnTo>
                  <a:pt x="323850" y="323850"/>
                </a:lnTo>
                <a:lnTo>
                  <a:pt x="0" y="323850"/>
                </a:lnTo>
                <a:close/>
              </a:path>
            </a:pathLst>
          </a:custGeom>
          <a:gradFill>
            <a:gsLst>
              <a:gs pos="37000">
                <a:schemeClr val="bg1"/>
              </a:gs>
              <a:gs pos="78000">
                <a:schemeClr val="accent1">
                  <a:alpha val="1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bg1"/>
              </a:solidFill>
            </a:endParaRPr>
          </a:p>
        </p:txBody>
      </p:sp>
      <p:sp>
        <p:nvSpPr>
          <p:cNvPr id="3" name="文本框 2"/>
          <p:cNvSpPr txBox="1"/>
          <p:nvPr/>
        </p:nvSpPr>
        <p:spPr>
          <a:xfrm>
            <a:off x="906674" y="2866818"/>
            <a:ext cx="6329599" cy="1107996"/>
          </a:xfrm>
          <a:prstGeom prst="rect">
            <a:avLst/>
          </a:prstGeom>
          <a:noFill/>
        </p:spPr>
        <p:txBody>
          <a:bodyPr wrap="square" rtlCol="0">
            <a:spAutoFit/>
          </a:bodyPr>
          <a:lstStyle/>
          <a:p>
            <a:r>
              <a:rPr lang="zh-CN" altLang="en-US" sz="6600" dirty="0">
                <a:solidFill>
                  <a:schemeClr val="bg1"/>
                </a:solidFill>
                <a:latin typeface="汉仪大宋简" panose="02010609000101010101" pitchFamily="49" charset="-122"/>
                <a:ea typeface="汉仪大宋简" panose="02010609000101010101" pitchFamily="49" charset="-122"/>
              </a:rPr>
              <a:t>生活中的民法典</a:t>
            </a:r>
          </a:p>
        </p:txBody>
      </p:sp>
      <p:sp>
        <p:nvSpPr>
          <p:cNvPr id="36" name="TextBox 17"/>
          <p:cNvSpPr txBox="1"/>
          <p:nvPr/>
        </p:nvSpPr>
        <p:spPr>
          <a:xfrm>
            <a:off x="999262" y="4097569"/>
            <a:ext cx="4955204" cy="734432"/>
          </a:xfrm>
          <a:prstGeom prst="rect">
            <a:avLst/>
          </a:prstGeom>
          <a:noFill/>
        </p:spPr>
        <p:txBody>
          <a:bodyPr wrap="square" rtlCol="0">
            <a:spAutoFit/>
          </a:bodyPr>
          <a:lstStyle/>
          <a:p>
            <a:pPr>
              <a:lnSpc>
                <a:spcPct val="130000"/>
              </a:lnSpc>
            </a:pPr>
            <a:r>
              <a:rPr lang="en-US" sz="1100" b="1">
                <a:solidFill>
                  <a:schemeClr val="bg1"/>
                </a:solidFill>
                <a:ea typeface="Roboto Light" charset="0"/>
                <a:cs typeface="Roboto Light" charset="0"/>
              </a:rPr>
              <a:t>Lorem Ipsum </a:t>
            </a:r>
            <a:r>
              <a:rPr lang="en-US" sz="1100">
                <a:solidFill>
                  <a:schemeClr val="bg1"/>
                </a:solidFill>
                <a:ea typeface="Roboto Light" charset="0"/>
                <a:cs typeface="Roboto Light" charset="0"/>
              </a:rPr>
              <a:t>is simply dummy text of the printing and typesetting industry. Lorem Ipsum has been the industry's standard dummy text ever since</a:t>
            </a:r>
          </a:p>
        </p:txBody>
      </p:sp>
      <p:sp>
        <p:nvSpPr>
          <p:cNvPr id="37" name="任意多边形: 形状 36"/>
          <p:cNvSpPr/>
          <p:nvPr/>
        </p:nvSpPr>
        <p:spPr>
          <a:xfrm>
            <a:off x="1049194" y="5376146"/>
            <a:ext cx="664030" cy="130630"/>
          </a:xfrm>
          <a:custGeom>
            <a:avLst/>
            <a:gdLst>
              <a:gd name="connsiteX0" fmla="*/ 598715 w 664030"/>
              <a:gd name="connsiteY0" fmla="*/ 0 h 130630"/>
              <a:gd name="connsiteX1" fmla="*/ 664030 w 664030"/>
              <a:gd name="connsiteY1" fmla="*/ 65315 h 130630"/>
              <a:gd name="connsiteX2" fmla="*/ 598715 w 664030"/>
              <a:gd name="connsiteY2" fmla="*/ 130630 h 130630"/>
              <a:gd name="connsiteX3" fmla="*/ 533400 w 664030"/>
              <a:gd name="connsiteY3" fmla="*/ 65315 h 130630"/>
              <a:gd name="connsiteX4" fmla="*/ 598715 w 664030"/>
              <a:gd name="connsiteY4" fmla="*/ 0 h 130630"/>
              <a:gd name="connsiteX5" fmla="*/ 332015 w 664030"/>
              <a:gd name="connsiteY5" fmla="*/ 0 h 130630"/>
              <a:gd name="connsiteX6" fmla="*/ 397330 w 664030"/>
              <a:gd name="connsiteY6" fmla="*/ 65315 h 130630"/>
              <a:gd name="connsiteX7" fmla="*/ 332015 w 664030"/>
              <a:gd name="connsiteY7" fmla="*/ 130630 h 130630"/>
              <a:gd name="connsiteX8" fmla="*/ 266700 w 664030"/>
              <a:gd name="connsiteY8" fmla="*/ 65315 h 130630"/>
              <a:gd name="connsiteX9" fmla="*/ 332015 w 664030"/>
              <a:gd name="connsiteY9" fmla="*/ 0 h 130630"/>
              <a:gd name="connsiteX10" fmla="*/ 65315 w 664030"/>
              <a:gd name="connsiteY10" fmla="*/ 0 h 130630"/>
              <a:gd name="connsiteX11" fmla="*/ 130630 w 664030"/>
              <a:gd name="connsiteY11" fmla="*/ 65315 h 130630"/>
              <a:gd name="connsiteX12" fmla="*/ 65315 w 664030"/>
              <a:gd name="connsiteY12" fmla="*/ 130630 h 130630"/>
              <a:gd name="connsiteX13" fmla="*/ 0 w 664030"/>
              <a:gd name="connsiteY13" fmla="*/ 65315 h 130630"/>
              <a:gd name="connsiteX14" fmla="*/ 65315 w 664030"/>
              <a:gd name="connsiteY14" fmla="*/ 0 h 130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64030" h="130630">
                <a:moveTo>
                  <a:pt x="598715" y="0"/>
                </a:moveTo>
                <a:cubicBezTo>
                  <a:pt x="634787" y="0"/>
                  <a:pt x="664030" y="29243"/>
                  <a:pt x="664030" y="65315"/>
                </a:cubicBezTo>
                <a:cubicBezTo>
                  <a:pt x="664030" y="101387"/>
                  <a:pt x="634787" y="130630"/>
                  <a:pt x="598715" y="130630"/>
                </a:cubicBezTo>
                <a:cubicBezTo>
                  <a:pt x="562643" y="130630"/>
                  <a:pt x="533400" y="101387"/>
                  <a:pt x="533400" y="65315"/>
                </a:cubicBezTo>
                <a:cubicBezTo>
                  <a:pt x="533400" y="29243"/>
                  <a:pt x="562643" y="0"/>
                  <a:pt x="598715" y="0"/>
                </a:cubicBezTo>
                <a:close/>
                <a:moveTo>
                  <a:pt x="332015" y="0"/>
                </a:moveTo>
                <a:cubicBezTo>
                  <a:pt x="368087" y="0"/>
                  <a:pt x="397330" y="29243"/>
                  <a:pt x="397330" y="65315"/>
                </a:cubicBezTo>
                <a:cubicBezTo>
                  <a:pt x="397330" y="101387"/>
                  <a:pt x="368087" y="130630"/>
                  <a:pt x="332015" y="130630"/>
                </a:cubicBezTo>
                <a:cubicBezTo>
                  <a:pt x="295943" y="130630"/>
                  <a:pt x="266700" y="101387"/>
                  <a:pt x="266700" y="65315"/>
                </a:cubicBezTo>
                <a:cubicBezTo>
                  <a:pt x="266700" y="29243"/>
                  <a:pt x="295943" y="0"/>
                  <a:pt x="332015" y="0"/>
                </a:cubicBezTo>
                <a:close/>
                <a:moveTo>
                  <a:pt x="65315" y="0"/>
                </a:moveTo>
                <a:cubicBezTo>
                  <a:pt x="101387" y="0"/>
                  <a:pt x="130630" y="29243"/>
                  <a:pt x="130630" y="65315"/>
                </a:cubicBezTo>
                <a:cubicBezTo>
                  <a:pt x="130630" y="101387"/>
                  <a:pt x="101387" y="130630"/>
                  <a:pt x="65315" y="130630"/>
                </a:cubicBezTo>
                <a:cubicBezTo>
                  <a:pt x="29243" y="130630"/>
                  <a:pt x="0" y="101387"/>
                  <a:pt x="0" y="65315"/>
                </a:cubicBezTo>
                <a:cubicBezTo>
                  <a:pt x="0" y="29243"/>
                  <a:pt x="29243" y="0"/>
                  <a:pt x="6531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bg1"/>
              </a:solidFill>
            </a:endParaRPr>
          </a:p>
        </p:txBody>
      </p:sp>
      <p:sp>
        <p:nvSpPr>
          <p:cNvPr id="38" name="文本框 37"/>
          <p:cNvSpPr txBox="1"/>
          <p:nvPr/>
        </p:nvSpPr>
        <p:spPr>
          <a:xfrm>
            <a:off x="1066801" y="460684"/>
            <a:ext cx="10439400" cy="276999"/>
          </a:xfrm>
          <a:prstGeom prst="rect">
            <a:avLst/>
          </a:prstGeom>
          <a:noFill/>
        </p:spPr>
        <p:txBody>
          <a:bodyPr wrap="square" rtlCol="0">
            <a:spAutoFit/>
          </a:bodyPr>
          <a:lstStyle/>
          <a:p>
            <a:pPr algn="dist"/>
            <a:r>
              <a:rPr lang="en-US" altLang="zh-CN" sz="1200">
                <a:solidFill>
                  <a:schemeClr val="bg1"/>
                </a:solidFill>
              </a:rPr>
              <a:t>Work Report</a:t>
            </a:r>
            <a:endParaRPr lang="zh-CN" altLang="en-US" sz="1200">
              <a:solidFill>
                <a:schemeClr val="bg1"/>
              </a:solidFill>
            </a:endParaRPr>
          </a:p>
        </p:txBody>
      </p:sp>
      <p:sp>
        <p:nvSpPr>
          <p:cNvPr id="39" name="矩形: 圆角 38"/>
          <p:cNvSpPr/>
          <p:nvPr/>
        </p:nvSpPr>
        <p:spPr>
          <a:xfrm>
            <a:off x="1049007" y="2026493"/>
            <a:ext cx="2280447" cy="54000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汉仪大宋简" panose="02010609000101010101" pitchFamily="49" charset="-122"/>
                <a:ea typeface="汉仪大宋简" panose="02010609000101010101" pitchFamily="49" charset="-122"/>
              </a:rPr>
              <a:t>PART  03</a:t>
            </a:r>
            <a:endParaRPr lang="zh-CN" altLang="en-US" sz="2800" dirty="0">
              <a:solidFill>
                <a:schemeClr val="bg1"/>
              </a:solidFill>
              <a:latin typeface="汉仪大宋简" panose="02010609000101010101" pitchFamily="49" charset="-122"/>
              <a:ea typeface="汉仪大宋简" panose="02010609000101010101" pitchFamily="49" charset="-122"/>
            </a:endParaRPr>
          </a:p>
        </p:txBody>
      </p:sp>
      <p:pic>
        <p:nvPicPr>
          <p:cNvPr id="40" name="图片 39" descr="图片包含 规模, 设备, 桌子, 小&#10;&#10;描述已自动生成"/>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768887" y="2296493"/>
            <a:ext cx="3423851" cy="342385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50" advTm="0">
        <p14:switch dir="r"/>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39"/>
                                        </p:tgtEl>
                                        <p:attrNameLst>
                                          <p:attrName>style.visibility</p:attrName>
                                        </p:attrNameLst>
                                      </p:cBhvr>
                                      <p:to>
                                        <p:strVal val="visible"/>
                                      </p:to>
                                    </p:set>
                                    <p:animEffect transition="in" filter="barn(inVertical)">
                                      <p:cBhvr>
                                        <p:cTn id="14" dur="500"/>
                                        <p:tgtEl>
                                          <p:spTgt spid="39"/>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wipe(down)">
                                      <p:cBhvr>
                                        <p:cTn id="19" dur="500"/>
                                        <p:tgtEl>
                                          <p:spTgt spid="3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37"/>
                                        </p:tgtEl>
                                        <p:attrNameLst>
                                          <p:attrName>style.visibility</p:attrName>
                                        </p:attrNameLst>
                                      </p:cBhvr>
                                      <p:to>
                                        <p:strVal val="visible"/>
                                      </p:to>
                                    </p:set>
                                    <p:animEffect transition="in" filter="fade">
                                      <p:cBhvr>
                                        <p:cTn id="24"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6" grpId="0"/>
      <p:bldP spid="37" grpId="0" animBg="1"/>
      <p:bldP spid="3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409428" y="613232"/>
            <a:ext cx="4669868" cy="598241"/>
          </a:xfrm>
          <a:prstGeom prst="rect">
            <a:avLst/>
          </a:prstGeom>
          <a:noFill/>
        </p:spPr>
        <p:txBody>
          <a:bodyPr wrap="none" rtlCol="0" anchor="t">
            <a:spAutoFit/>
          </a:bodyPr>
          <a:lstStyle/>
          <a:p>
            <a:pPr algn="l">
              <a:lnSpc>
                <a:spcPct val="130000"/>
              </a:lnSpc>
            </a:pPr>
            <a:r>
              <a:rPr lang="zh-CN" altLang="en-US" sz="2800" dirty="0">
                <a:solidFill>
                  <a:schemeClr val="accent1"/>
                </a:solidFill>
                <a:latin typeface="汉仪大宋简" panose="02010609000101010101" pitchFamily="49" charset="-122"/>
                <a:ea typeface="汉仪大宋简" panose="02010609000101010101" pitchFamily="49" charset="-122"/>
                <a:cs typeface="+mn-ea"/>
                <a:sym typeface="+mn-lt"/>
              </a:rPr>
              <a:t>我们只能随父姓或者母姓吗</a:t>
            </a:r>
            <a:r>
              <a:rPr lang="en-US" altLang="zh-CN" sz="2800" dirty="0">
                <a:solidFill>
                  <a:schemeClr val="accent1"/>
                </a:solidFill>
                <a:latin typeface="汉仪大宋简" panose="02010609000101010101" pitchFamily="49" charset="-122"/>
                <a:ea typeface="汉仪大宋简" panose="02010609000101010101" pitchFamily="49" charset="-122"/>
                <a:cs typeface="+mn-ea"/>
                <a:sym typeface="+mn-lt"/>
              </a:rPr>
              <a:t>?</a:t>
            </a:r>
          </a:p>
        </p:txBody>
      </p:sp>
      <p:sp>
        <p:nvSpPr>
          <p:cNvPr id="4" name="矩形: 圆角 3"/>
          <p:cNvSpPr/>
          <p:nvPr/>
        </p:nvSpPr>
        <p:spPr>
          <a:xfrm>
            <a:off x="1409428" y="2565168"/>
            <a:ext cx="4387215" cy="1497572"/>
          </a:xfrm>
          <a:prstGeom prst="roundRect">
            <a:avLst/>
          </a:prstGeom>
          <a:solidFill>
            <a:schemeClr val="accent1"/>
          </a:solidFill>
          <a:ln>
            <a:noFill/>
          </a:ln>
          <a:effectLst>
            <a:outerShdw blurRad="254000" dist="101600" dir="5400000" algn="ctr"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en-US" altLang="zh-CN">
                <a:latin typeface="+mn-ea"/>
              </a:rPr>
              <a:t>《</a:t>
            </a:r>
            <a:r>
              <a:rPr lang="zh-CN" altLang="en-US">
                <a:latin typeface="+mn-ea"/>
              </a:rPr>
              <a:t>民法典</a:t>
            </a:r>
            <a:r>
              <a:rPr lang="en-US" altLang="zh-CN">
                <a:latin typeface="+mn-ea"/>
              </a:rPr>
              <a:t>》</a:t>
            </a:r>
            <a:r>
              <a:rPr lang="zh-CN" altLang="en-US">
                <a:latin typeface="+mn-ea"/>
              </a:rPr>
              <a:t>第一千零一十五条自然人应当随父姓或者母姓，但是有下列情形之一的可以在父姓和母姓之外选取姓氏</a:t>
            </a:r>
            <a:endParaRPr lang="en-US" altLang="zh-CN">
              <a:latin typeface="+mn-ea"/>
            </a:endParaRPr>
          </a:p>
        </p:txBody>
      </p:sp>
      <p:sp>
        <p:nvSpPr>
          <p:cNvPr id="6" name="矩形: 圆角 5"/>
          <p:cNvSpPr/>
          <p:nvPr/>
        </p:nvSpPr>
        <p:spPr>
          <a:xfrm>
            <a:off x="1409428" y="4326281"/>
            <a:ext cx="9443382" cy="1497573"/>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altLang="zh-CN">
                <a:solidFill>
                  <a:schemeClr val="tx1">
                    <a:lumMod val="95000"/>
                    <a:lumOff val="5000"/>
                  </a:schemeClr>
                </a:solidFill>
              </a:rPr>
              <a:t>(</a:t>
            </a:r>
            <a:r>
              <a:rPr lang="zh-CN" altLang="en-US">
                <a:solidFill>
                  <a:schemeClr val="tx1">
                    <a:lumMod val="95000"/>
                    <a:lumOff val="5000"/>
                  </a:schemeClr>
                </a:solidFill>
              </a:rPr>
              <a:t>一</a:t>
            </a:r>
            <a:r>
              <a:rPr lang="en-US" altLang="zh-CN">
                <a:solidFill>
                  <a:schemeClr val="tx1">
                    <a:lumMod val="95000"/>
                    <a:lumOff val="5000"/>
                  </a:schemeClr>
                </a:solidFill>
              </a:rPr>
              <a:t>)</a:t>
            </a:r>
            <a:r>
              <a:rPr lang="zh-CN" altLang="en-US">
                <a:solidFill>
                  <a:schemeClr val="tx1">
                    <a:lumMod val="95000"/>
                    <a:lumOff val="5000"/>
                  </a:schemeClr>
                </a:solidFill>
              </a:rPr>
              <a:t>选取其他直系长辈血亲的姓氏</a:t>
            </a:r>
            <a:r>
              <a:rPr lang="en-US" altLang="zh-CN">
                <a:solidFill>
                  <a:schemeClr val="tx1">
                    <a:lumMod val="95000"/>
                    <a:lumOff val="5000"/>
                  </a:schemeClr>
                </a:solidFill>
              </a:rPr>
              <a:t>;</a:t>
            </a:r>
          </a:p>
          <a:p>
            <a:pPr marL="285750" indent="-285750">
              <a:buFont typeface="Arial" panose="020B0604020202020204" pitchFamily="34" charset="0"/>
              <a:buChar char="•"/>
            </a:pPr>
            <a:r>
              <a:rPr lang="en-US" altLang="zh-CN">
                <a:solidFill>
                  <a:schemeClr val="tx1">
                    <a:lumMod val="95000"/>
                    <a:lumOff val="5000"/>
                  </a:schemeClr>
                </a:solidFill>
              </a:rPr>
              <a:t>(</a:t>
            </a:r>
            <a:r>
              <a:rPr lang="zh-CN" altLang="en-US">
                <a:solidFill>
                  <a:schemeClr val="tx1">
                    <a:lumMod val="95000"/>
                    <a:lumOff val="5000"/>
                  </a:schemeClr>
                </a:solidFill>
              </a:rPr>
              <a:t>二</a:t>
            </a:r>
            <a:r>
              <a:rPr lang="en-US" altLang="zh-CN">
                <a:solidFill>
                  <a:schemeClr val="tx1">
                    <a:lumMod val="95000"/>
                    <a:lumOff val="5000"/>
                  </a:schemeClr>
                </a:solidFill>
              </a:rPr>
              <a:t>)</a:t>
            </a:r>
            <a:r>
              <a:rPr lang="zh-CN" altLang="en-US">
                <a:solidFill>
                  <a:schemeClr val="tx1">
                    <a:lumMod val="95000"/>
                    <a:lumOff val="5000"/>
                  </a:schemeClr>
                </a:solidFill>
              </a:rPr>
              <a:t>因由法定扶养人以外的人扶养而选取扶养人姓氏</a:t>
            </a:r>
            <a:r>
              <a:rPr lang="en-US" altLang="zh-CN">
                <a:solidFill>
                  <a:schemeClr val="tx1">
                    <a:lumMod val="95000"/>
                    <a:lumOff val="5000"/>
                  </a:schemeClr>
                </a:solidFill>
              </a:rPr>
              <a:t>;</a:t>
            </a:r>
          </a:p>
          <a:p>
            <a:pPr marL="285750" indent="-285750">
              <a:buFont typeface="Arial" panose="020B0604020202020204" pitchFamily="34" charset="0"/>
              <a:buChar char="•"/>
            </a:pPr>
            <a:r>
              <a:rPr lang="en-US" altLang="zh-CN">
                <a:solidFill>
                  <a:schemeClr val="tx1">
                    <a:lumMod val="95000"/>
                    <a:lumOff val="5000"/>
                  </a:schemeClr>
                </a:solidFill>
              </a:rPr>
              <a:t>(</a:t>
            </a:r>
            <a:r>
              <a:rPr lang="zh-CN" altLang="en-US">
                <a:solidFill>
                  <a:schemeClr val="tx1">
                    <a:lumMod val="95000"/>
                    <a:lumOff val="5000"/>
                  </a:schemeClr>
                </a:solidFill>
              </a:rPr>
              <a:t>三</a:t>
            </a:r>
            <a:r>
              <a:rPr lang="en-US" altLang="zh-CN">
                <a:solidFill>
                  <a:schemeClr val="tx1">
                    <a:lumMod val="95000"/>
                    <a:lumOff val="5000"/>
                  </a:schemeClr>
                </a:solidFill>
              </a:rPr>
              <a:t>)</a:t>
            </a:r>
            <a:r>
              <a:rPr lang="zh-CN" altLang="en-US">
                <a:solidFill>
                  <a:schemeClr val="tx1">
                    <a:lumMod val="95000"/>
                    <a:lumOff val="5000"/>
                  </a:schemeClr>
                </a:solidFill>
              </a:rPr>
              <a:t>有不违背公序良俗的其他正当理由。</a:t>
            </a:r>
          </a:p>
          <a:p>
            <a:pPr marL="285750" indent="-285750">
              <a:buFont typeface="Arial" panose="020B0604020202020204" pitchFamily="34" charset="0"/>
              <a:buChar char="•"/>
            </a:pPr>
            <a:r>
              <a:rPr lang="zh-CN" altLang="en-US">
                <a:solidFill>
                  <a:schemeClr val="tx1">
                    <a:lumMod val="95000"/>
                    <a:lumOff val="5000"/>
                  </a:schemeClr>
                </a:solidFill>
              </a:rPr>
              <a:t>少数民族自然人的姓氏可以遵从本民族的文化传统和风俗习惯。</a:t>
            </a:r>
          </a:p>
        </p:txBody>
      </p:sp>
      <p:pic>
        <p:nvPicPr>
          <p:cNvPr id="8" name="图片 7" descr="电脑游戏的截图&#10;&#10;低可信度描述已自动生成"/>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227949" y="1514616"/>
            <a:ext cx="3946456" cy="295680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50" advTm="0">
        <p14:flip dir="r"/>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barn(inVertical)">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randombar(horizontal)">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409428" y="613232"/>
            <a:ext cx="3951723" cy="598241"/>
          </a:xfrm>
          <a:prstGeom prst="rect">
            <a:avLst/>
          </a:prstGeom>
          <a:noFill/>
        </p:spPr>
        <p:txBody>
          <a:bodyPr wrap="none" rtlCol="0" anchor="t">
            <a:spAutoFit/>
          </a:bodyPr>
          <a:lstStyle/>
          <a:p>
            <a:pPr algn="l">
              <a:lnSpc>
                <a:spcPct val="130000"/>
              </a:lnSpc>
            </a:pPr>
            <a:r>
              <a:rPr lang="zh-CN" altLang="en-US" sz="2800" dirty="0">
                <a:solidFill>
                  <a:schemeClr val="accent1"/>
                </a:solidFill>
                <a:latin typeface="汉仪大宋简" panose="02010609000101010101" pitchFamily="49" charset="-122"/>
                <a:ea typeface="汉仪大宋简" panose="02010609000101010101" pitchFamily="49" charset="-122"/>
                <a:cs typeface="+mn-ea"/>
                <a:sym typeface="+mn-lt"/>
              </a:rPr>
              <a:t>小学生直播打赏有效吗</a:t>
            </a:r>
            <a:r>
              <a:rPr lang="en-US" altLang="zh-CN" sz="2800" dirty="0">
                <a:solidFill>
                  <a:schemeClr val="accent1"/>
                </a:solidFill>
                <a:latin typeface="汉仪大宋简" panose="02010609000101010101" pitchFamily="49" charset="-122"/>
                <a:ea typeface="汉仪大宋简" panose="02010609000101010101" pitchFamily="49" charset="-122"/>
                <a:cs typeface="+mn-ea"/>
                <a:sym typeface="+mn-lt"/>
              </a:rPr>
              <a:t>?</a:t>
            </a:r>
          </a:p>
        </p:txBody>
      </p:sp>
      <p:grpSp>
        <p:nvGrpSpPr>
          <p:cNvPr id="2" name="组合 1"/>
          <p:cNvGrpSpPr/>
          <p:nvPr/>
        </p:nvGrpSpPr>
        <p:grpSpPr>
          <a:xfrm>
            <a:off x="1344111" y="2322286"/>
            <a:ext cx="4606745" cy="2876786"/>
            <a:chOff x="1344111" y="2917371"/>
            <a:chExt cx="4606745" cy="2876786"/>
          </a:xfrm>
        </p:grpSpPr>
        <p:sp>
          <p:nvSpPr>
            <p:cNvPr id="4" name="矩形: 圆角 3"/>
            <p:cNvSpPr/>
            <p:nvPr/>
          </p:nvSpPr>
          <p:spPr>
            <a:xfrm>
              <a:off x="1344111" y="2917371"/>
              <a:ext cx="4606745" cy="2786742"/>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rIns="180000" rtlCol="0" anchor="ctr"/>
            <a:lstStyle/>
            <a:p>
              <a:r>
                <a:rPr lang="zh-CN" altLang="en-US">
                  <a:solidFill>
                    <a:schemeClr val="tx1">
                      <a:lumMod val="95000"/>
                      <a:lumOff val="5000"/>
                    </a:schemeClr>
                  </a:solidFill>
                </a:rPr>
                <a:t>民法典第二十条规定，不满八周岁的未成年人为无民事行为能力人，由其法定代理人代理实施民事法律行为。因此八周岁以下“打赏”、“送礼物”的行为无论金额大小，都是无效的，监护人可以要求主播返还。</a:t>
              </a:r>
            </a:p>
          </p:txBody>
        </p:sp>
        <p:sp>
          <p:nvSpPr>
            <p:cNvPr id="7" name="矩形: 圆角 6"/>
            <p:cNvSpPr/>
            <p:nvPr/>
          </p:nvSpPr>
          <p:spPr>
            <a:xfrm>
              <a:off x="4416739" y="5704113"/>
              <a:ext cx="1080000" cy="90044"/>
            </a:xfrm>
            <a:prstGeom prst="roundRect">
              <a:avLst>
                <a:gd name="adj" fmla="val 50000"/>
              </a:avLst>
            </a:prstGeom>
            <a:solidFill>
              <a:schemeClr val="accent1"/>
            </a:solidFill>
            <a:ln>
              <a:noFill/>
            </a:ln>
            <a:effectLst>
              <a:outerShdw blurRad="254000" dist="101600" dir="5400000" algn="ctr"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a:latin typeface="+mj-ea"/>
                <a:ea typeface="+mj-ea"/>
                <a:sym typeface="+mn-lt"/>
              </a:endParaRPr>
            </a:p>
          </p:txBody>
        </p:sp>
      </p:grpSp>
      <p:grpSp>
        <p:nvGrpSpPr>
          <p:cNvPr id="10" name="组合 9"/>
          <p:cNvGrpSpPr/>
          <p:nvPr/>
        </p:nvGrpSpPr>
        <p:grpSpPr>
          <a:xfrm>
            <a:off x="6096000" y="2322286"/>
            <a:ext cx="4606745" cy="2876786"/>
            <a:chOff x="6096000" y="2917371"/>
            <a:chExt cx="4606745" cy="2876786"/>
          </a:xfrm>
        </p:grpSpPr>
        <p:sp>
          <p:nvSpPr>
            <p:cNvPr id="11" name="矩形: 圆角 10"/>
            <p:cNvSpPr/>
            <p:nvPr/>
          </p:nvSpPr>
          <p:spPr>
            <a:xfrm>
              <a:off x="6096000" y="2917371"/>
              <a:ext cx="4606745" cy="2786742"/>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rIns="180000" rtlCol="0" anchor="ctr"/>
            <a:lstStyle/>
            <a:p>
              <a:r>
                <a:rPr lang="zh-CN" altLang="en-US">
                  <a:solidFill>
                    <a:schemeClr val="tx1">
                      <a:lumMod val="95000"/>
                      <a:lumOff val="5000"/>
                    </a:schemeClr>
                  </a:solidFill>
                </a:rPr>
                <a:t>八周岁以上的未成年人为限制民事行为能力人，实施民事法律行为由其法定代理人代理或者经其法定代理人同意、追认</a:t>
              </a:r>
              <a:r>
                <a:rPr lang="en-US" altLang="zh-CN">
                  <a:solidFill>
                    <a:schemeClr val="tx1">
                      <a:lumMod val="95000"/>
                      <a:lumOff val="5000"/>
                    </a:schemeClr>
                  </a:solidFill>
                </a:rPr>
                <a:t>;</a:t>
              </a:r>
              <a:r>
                <a:rPr lang="zh-CN" altLang="en-US">
                  <a:solidFill>
                    <a:schemeClr val="tx1">
                      <a:lumMod val="95000"/>
                      <a:lumOff val="5000"/>
                    </a:schemeClr>
                  </a:solidFill>
                </a:rPr>
                <a:t>但是，可以独立实施纯获利益的民事法律行为或者与其年龄、智力相适应的民事法律行为。</a:t>
              </a:r>
            </a:p>
          </p:txBody>
        </p:sp>
        <p:sp>
          <p:nvSpPr>
            <p:cNvPr id="12" name="矩形: 圆角 11"/>
            <p:cNvSpPr/>
            <p:nvPr/>
          </p:nvSpPr>
          <p:spPr>
            <a:xfrm>
              <a:off x="9229906" y="5704113"/>
              <a:ext cx="1080000" cy="90044"/>
            </a:xfrm>
            <a:prstGeom prst="roundRect">
              <a:avLst>
                <a:gd name="adj" fmla="val 50000"/>
              </a:avLst>
            </a:prstGeom>
            <a:solidFill>
              <a:schemeClr val="accent1"/>
            </a:solidFill>
            <a:ln>
              <a:noFill/>
            </a:ln>
            <a:effectLst>
              <a:outerShdw blurRad="254000" dist="101600" dir="5400000" algn="ctr"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a:latin typeface="+mj-ea"/>
                <a:ea typeface="+mj-ea"/>
                <a:sym typeface="+mn-lt"/>
              </a:endParaRPr>
            </a:p>
          </p:txBody>
        </p:sp>
      </p:grpSp>
    </p:spTree>
  </p:cSld>
  <p:clrMapOvr>
    <a:masterClrMapping/>
  </p:clrMapOvr>
  <mc:AlternateContent xmlns:mc="http://schemas.openxmlformats.org/markup-compatibility/2006" xmlns:p14="http://schemas.microsoft.com/office/powerpoint/2010/main">
    <mc:Choice Requires="p14">
      <p:transition spd="slow" p14:dur="1600" advTm="0">
        <p14:gallery dir="l"/>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barn(inVertical)">
                                      <p:cBhvr>
                                        <p:cTn id="1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409428" y="613232"/>
            <a:ext cx="4852610" cy="598241"/>
          </a:xfrm>
          <a:prstGeom prst="rect">
            <a:avLst/>
          </a:prstGeom>
          <a:noFill/>
        </p:spPr>
        <p:txBody>
          <a:bodyPr wrap="none" rtlCol="0" anchor="t">
            <a:spAutoFit/>
          </a:bodyPr>
          <a:lstStyle/>
          <a:p>
            <a:pPr algn="l">
              <a:lnSpc>
                <a:spcPct val="130000"/>
              </a:lnSpc>
            </a:pPr>
            <a:r>
              <a:rPr lang="zh-CN" altLang="en-US" sz="2800" dirty="0">
                <a:solidFill>
                  <a:schemeClr val="accent1"/>
                </a:solidFill>
                <a:latin typeface="汉仪大宋简" panose="02010609000101010101" pitchFamily="49" charset="-122"/>
                <a:ea typeface="汉仪大宋简" panose="02010609000101010101" pitchFamily="49" charset="-122"/>
                <a:cs typeface="+mn-ea"/>
                <a:sym typeface="+mn-lt"/>
              </a:rPr>
              <a:t>不明抛掷物、坠落物致害责任</a:t>
            </a:r>
          </a:p>
        </p:txBody>
      </p:sp>
      <p:grpSp>
        <p:nvGrpSpPr>
          <p:cNvPr id="2" name="组合 1"/>
          <p:cNvGrpSpPr/>
          <p:nvPr/>
        </p:nvGrpSpPr>
        <p:grpSpPr>
          <a:xfrm>
            <a:off x="1663426" y="2351314"/>
            <a:ext cx="4606745" cy="2876786"/>
            <a:chOff x="1344111" y="2917371"/>
            <a:chExt cx="4606745" cy="2876786"/>
          </a:xfrm>
        </p:grpSpPr>
        <p:sp>
          <p:nvSpPr>
            <p:cNvPr id="4" name="矩形: 圆角 3"/>
            <p:cNvSpPr/>
            <p:nvPr/>
          </p:nvSpPr>
          <p:spPr>
            <a:xfrm>
              <a:off x="1344111" y="2917371"/>
              <a:ext cx="4606745" cy="2786742"/>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rIns="180000" rtlCol="0" anchor="ctr"/>
            <a:lstStyle/>
            <a:p>
              <a:r>
                <a:rPr lang="en-US" altLang="zh-CN">
                  <a:solidFill>
                    <a:schemeClr val="tx1">
                      <a:lumMod val="95000"/>
                      <a:lumOff val="5000"/>
                    </a:schemeClr>
                  </a:solidFill>
                </a:rPr>
                <a:t>《</a:t>
              </a:r>
              <a:r>
                <a:rPr lang="zh-CN" altLang="en-US">
                  <a:solidFill>
                    <a:schemeClr val="tx1">
                      <a:lumMod val="95000"/>
                      <a:lumOff val="5000"/>
                    </a:schemeClr>
                  </a:solidFill>
                </a:rPr>
                <a:t>民法典</a:t>
              </a:r>
              <a:r>
                <a:rPr lang="en-US" altLang="zh-CN">
                  <a:solidFill>
                    <a:schemeClr val="tx1">
                      <a:lumMod val="95000"/>
                      <a:lumOff val="5000"/>
                    </a:schemeClr>
                  </a:solidFill>
                </a:rPr>
                <a:t>》</a:t>
              </a:r>
              <a:r>
                <a:rPr lang="zh-CN" altLang="en-US">
                  <a:solidFill>
                    <a:schemeClr val="tx1">
                      <a:lumMod val="95000"/>
                      <a:lumOff val="5000"/>
                    </a:schemeClr>
                  </a:solidFill>
                </a:rPr>
                <a:t>第一千二百五十四条禁止从建筑物中抛掷物品。从建筑物中抛掷物品或者从建筑物上坠落的物品造成他人损害的，由侵权人依法承担侵权责任</a:t>
              </a:r>
              <a:r>
                <a:rPr lang="en-US" altLang="zh-CN">
                  <a:solidFill>
                    <a:schemeClr val="tx1">
                      <a:lumMod val="95000"/>
                      <a:lumOff val="5000"/>
                    </a:schemeClr>
                  </a:solidFill>
                </a:rPr>
                <a:t>;</a:t>
              </a:r>
              <a:r>
                <a:rPr lang="zh-CN" altLang="en-US">
                  <a:solidFill>
                    <a:schemeClr val="tx1">
                      <a:lumMod val="95000"/>
                      <a:lumOff val="5000"/>
                    </a:schemeClr>
                  </a:solidFill>
                </a:rPr>
                <a:t>经调查难以确定具体侵权人的，除能够证明自己不是侵权人的外，由可能加害的建筑物使用人给予补偿。可能加害的建筑物使用人补偿后，有权向侵权人追偿。</a:t>
              </a:r>
            </a:p>
          </p:txBody>
        </p:sp>
        <p:sp>
          <p:nvSpPr>
            <p:cNvPr id="7" name="矩形: 圆角 6"/>
            <p:cNvSpPr/>
            <p:nvPr/>
          </p:nvSpPr>
          <p:spPr>
            <a:xfrm>
              <a:off x="4416739" y="5704113"/>
              <a:ext cx="1080000" cy="90044"/>
            </a:xfrm>
            <a:prstGeom prst="roundRect">
              <a:avLst>
                <a:gd name="adj" fmla="val 50000"/>
              </a:avLst>
            </a:prstGeom>
            <a:solidFill>
              <a:schemeClr val="accent1"/>
            </a:solidFill>
            <a:ln>
              <a:noFill/>
            </a:ln>
            <a:effectLst>
              <a:outerShdw blurRad="254000" dist="101600" dir="5400000" algn="ctr"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a:latin typeface="+mj-ea"/>
                <a:ea typeface="+mj-ea"/>
                <a:sym typeface="+mn-lt"/>
              </a:endParaRPr>
            </a:p>
          </p:txBody>
        </p:sp>
      </p:grpSp>
      <p:pic>
        <p:nvPicPr>
          <p:cNvPr id="10" name="图片 9" descr="卡通人物&#10;&#10;中度可信度描述已自动生成"/>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014578" y="2038606"/>
            <a:ext cx="3405257" cy="340525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advTm="0">
        <p14:prism/>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randombar(horizontal)">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409428" y="613232"/>
            <a:ext cx="2339102" cy="598241"/>
          </a:xfrm>
          <a:prstGeom prst="rect">
            <a:avLst/>
          </a:prstGeom>
          <a:noFill/>
        </p:spPr>
        <p:txBody>
          <a:bodyPr wrap="none" rtlCol="0" anchor="t">
            <a:spAutoFit/>
          </a:bodyPr>
          <a:lstStyle/>
          <a:p>
            <a:pPr algn="l">
              <a:lnSpc>
                <a:spcPct val="130000"/>
              </a:lnSpc>
            </a:pPr>
            <a:r>
              <a:rPr lang="zh-CN" altLang="en-US" sz="2800" dirty="0">
                <a:solidFill>
                  <a:schemeClr val="accent1"/>
                </a:solidFill>
                <a:latin typeface="汉仪大宋简" panose="02010609000101010101" pitchFamily="49" charset="-122"/>
                <a:ea typeface="汉仪大宋简" panose="02010609000101010101" pitchFamily="49" charset="-122"/>
                <a:cs typeface="+mn-ea"/>
                <a:sym typeface="+mn-lt"/>
              </a:rPr>
              <a:t>见义勇为免责</a:t>
            </a:r>
          </a:p>
        </p:txBody>
      </p:sp>
      <p:grpSp>
        <p:nvGrpSpPr>
          <p:cNvPr id="2" name="组合 1"/>
          <p:cNvGrpSpPr/>
          <p:nvPr/>
        </p:nvGrpSpPr>
        <p:grpSpPr>
          <a:xfrm>
            <a:off x="5256801" y="2423886"/>
            <a:ext cx="4606745" cy="2876786"/>
            <a:chOff x="1344111" y="2917371"/>
            <a:chExt cx="4606745" cy="2876786"/>
          </a:xfrm>
        </p:grpSpPr>
        <p:sp>
          <p:nvSpPr>
            <p:cNvPr id="4" name="矩形: 圆角 3"/>
            <p:cNvSpPr/>
            <p:nvPr/>
          </p:nvSpPr>
          <p:spPr>
            <a:xfrm>
              <a:off x="1344111" y="2917371"/>
              <a:ext cx="4606745" cy="2786742"/>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rIns="180000" rtlCol="0" anchor="ctr"/>
            <a:lstStyle/>
            <a:p>
              <a:r>
                <a:rPr lang="zh-CN" altLang="en-US" dirty="0">
                  <a:solidFill>
                    <a:schemeClr val="tx1">
                      <a:lumMod val="95000"/>
                      <a:lumOff val="5000"/>
                    </a:schemeClr>
                  </a:solidFill>
                </a:rPr>
                <a:t>见义勇为是中华民族的传统美德，如果见义勇为者得不到鼓励，反而要承担不利后果，必然助长“事不关己高高挂起“的心态。</a:t>
              </a:r>
              <a:r>
                <a:rPr lang="en-US" altLang="zh-CN" dirty="0">
                  <a:solidFill>
                    <a:schemeClr val="tx1">
                      <a:lumMod val="95000"/>
                      <a:lumOff val="5000"/>
                    </a:schemeClr>
                  </a:solidFill>
                </a:rPr>
                <a:t>《</a:t>
              </a:r>
              <a:r>
                <a:rPr lang="zh-CN" altLang="en-US" dirty="0">
                  <a:solidFill>
                    <a:schemeClr val="tx1">
                      <a:lumMod val="95000"/>
                      <a:lumOff val="5000"/>
                    </a:schemeClr>
                  </a:solidFill>
                </a:rPr>
                <a:t>民法典</a:t>
              </a:r>
              <a:r>
                <a:rPr lang="en-US" altLang="zh-CN" dirty="0">
                  <a:solidFill>
                    <a:schemeClr val="tx1">
                      <a:lumMod val="95000"/>
                      <a:lumOff val="5000"/>
                    </a:schemeClr>
                  </a:solidFill>
                </a:rPr>
                <a:t>》</a:t>
              </a:r>
              <a:r>
                <a:rPr lang="zh-CN" altLang="en-US" dirty="0">
                  <a:solidFill>
                    <a:schemeClr val="tx1">
                      <a:lumMod val="95000"/>
                      <a:lumOff val="5000"/>
                    </a:schemeClr>
                  </a:solidFill>
                </a:rPr>
                <a:t>的见义勇为免责条款顺应社会正义期待，真正解决了大家关心的上述问题。</a:t>
              </a:r>
            </a:p>
          </p:txBody>
        </p:sp>
        <p:sp>
          <p:nvSpPr>
            <p:cNvPr id="7" name="矩形: 圆角 6"/>
            <p:cNvSpPr/>
            <p:nvPr/>
          </p:nvSpPr>
          <p:spPr>
            <a:xfrm>
              <a:off x="4416739" y="5704113"/>
              <a:ext cx="1080000" cy="90044"/>
            </a:xfrm>
            <a:prstGeom prst="roundRect">
              <a:avLst>
                <a:gd name="adj" fmla="val 50000"/>
              </a:avLst>
            </a:prstGeom>
            <a:solidFill>
              <a:schemeClr val="accent1"/>
            </a:solidFill>
            <a:ln>
              <a:noFill/>
            </a:ln>
            <a:effectLst>
              <a:outerShdw blurRad="254000" dist="101600" dir="5400000" algn="ctr"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a:latin typeface="+mj-ea"/>
                <a:ea typeface="+mj-ea"/>
                <a:sym typeface="+mn-lt"/>
              </a:endParaRPr>
            </a:p>
          </p:txBody>
        </p:sp>
      </p:grpSp>
      <p:pic>
        <p:nvPicPr>
          <p:cNvPr id="9" name="图片 8" descr="卡通人物&#10;&#10;中度可信度描述已自动生成"/>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086582" y="2114628"/>
            <a:ext cx="3405257" cy="340525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advTm="0">
        <p14:doors dir="vert"/>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randombar(horizontal)">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409428" y="613232"/>
            <a:ext cx="5929828" cy="598241"/>
          </a:xfrm>
          <a:prstGeom prst="rect">
            <a:avLst/>
          </a:prstGeom>
          <a:noFill/>
        </p:spPr>
        <p:txBody>
          <a:bodyPr wrap="none" rtlCol="0" anchor="t">
            <a:spAutoFit/>
          </a:bodyPr>
          <a:lstStyle/>
          <a:p>
            <a:pPr algn="l">
              <a:lnSpc>
                <a:spcPct val="130000"/>
              </a:lnSpc>
            </a:pPr>
            <a:r>
              <a:rPr lang="zh-CN" altLang="en-US" sz="2800" dirty="0">
                <a:solidFill>
                  <a:schemeClr val="accent1"/>
                </a:solidFill>
                <a:latin typeface="汉仪大宋简" panose="02010609000101010101" pitchFamily="49" charset="-122"/>
                <a:ea typeface="汉仪大宋简" panose="02010609000101010101" pitchFamily="49" charset="-122"/>
                <a:cs typeface="+mn-ea"/>
                <a:sym typeface="+mn-lt"/>
              </a:rPr>
              <a:t>如何避免宠物伤人或自己被宠物伤害</a:t>
            </a:r>
          </a:p>
        </p:txBody>
      </p:sp>
      <p:sp>
        <p:nvSpPr>
          <p:cNvPr id="6" name="矩形: 圆角 5"/>
          <p:cNvSpPr/>
          <p:nvPr/>
        </p:nvSpPr>
        <p:spPr>
          <a:xfrm>
            <a:off x="1394914" y="2202311"/>
            <a:ext cx="9443382" cy="1077918"/>
          </a:xfrm>
          <a:prstGeom prst="roundRect">
            <a:avLst/>
          </a:prstGeom>
          <a:solidFill>
            <a:schemeClr val="accent1"/>
          </a:solidFill>
          <a:ln>
            <a:noFill/>
          </a:ln>
          <a:effectLst>
            <a:outerShdw blurRad="254000" dist="101600" dir="5400000" algn="ctr"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80000" tIns="0" rIns="180000" bIns="0" rtlCol="0" anchor="ctr"/>
          <a:lstStyle/>
          <a:p>
            <a:r>
              <a:rPr lang="zh-CN" altLang="en-US" dirty="0">
                <a:latin typeface="+mn-ea"/>
              </a:rPr>
              <a:t>未对动物采取安全措施造成他人损害的，动物饲养人或管理人应承担相应的责任，如能够证明损害是因被侵权人故意造成的，可以减轻责任。</a:t>
            </a:r>
          </a:p>
        </p:txBody>
      </p:sp>
      <p:sp>
        <p:nvSpPr>
          <p:cNvPr id="7" name="矩形: 圆角 6"/>
          <p:cNvSpPr/>
          <p:nvPr/>
        </p:nvSpPr>
        <p:spPr>
          <a:xfrm>
            <a:off x="1394914" y="3963424"/>
            <a:ext cx="4512401" cy="1497573"/>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zh-CN" altLang="en-US" dirty="0">
                <a:solidFill>
                  <a:schemeClr val="tx1">
                    <a:lumMod val="95000"/>
                    <a:lumOff val="5000"/>
                  </a:schemeClr>
                </a:solidFill>
              </a:rPr>
              <a:t>规范自身行为</a:t>
            </a:r>
            <a:r>
              <a:rPr lang="en-US" altLang="zh-CN" dirty="0">
                <a:solidFill>
                  <a:schemeClr val="tx1">
                    <a:lumMod val="95000"/>
                    <a:lumOff val="5000"/>
                  </a:schemeClr>
                </a:solidFill>
              </a:rPr>
              <a:t>:</a:t>
            </a:r>
          </a:p>
          <a:p>
            <a:pPr marL="285750" indent="-285750">
              <a:buFont typeface="Arial" panose="020B0604020202020204" pitchFamily="34" charset="0"/>
              <a:buChar char="•"/>
            </a:pPr>
            <a:r>
              <a:rPr lang="en-US" altLang="zh-CN" dirty="0">
                <a:solidFill>
                  <a:schemeClr val="tx1">
                    <a:lumMod val="95000"/>
                    <a:lumOff val="5000"/>
                  </a:schemeClr>
                </a:solidFill>
              </a:rPr>
              <a:t>1</a:t>
            </a:r>
            <a:r>
              <a:rPr lang="zh-CN" altLang="en-US" dirty="0">
                <a:solidFill>
                  <a:schemeClr val="tx1">
                    <a:lumMod val="95000"/>
                    <a:lumOff val="5000"/>
                  </a:schemeClr>
                </a:solidFill>
              </a:rPr>
              <a:t>、尽到作为饲养人的义务</a:t>
            </a:r>
            <a:r>
              <a:rPr lang="en-US" altLang="zh-CN" dirty="0">
                <a:solidFill>
                  <a:schemeClr val="tx1">
                    <a:lumMod val="95000"/>
                    <a:lumOff val="5000"/>
                  </a:schemeClr>
                </a:solidFill>
              </a:rPr>
              <a:t>--</a:t>
            </a:r>
            <a:r>
              <a:rPr lang="zh-CN" altLang="en-US" dirty="0">
                <a:solidFill>
                  <a:schemeClr val="tx1">
                    <a:lumMod val="95000"/>
                    <a:lumOff val="5000"/>
                  </a:schemeClr>
                </a:solidFill>
              </a:rPr>
              <a:t>拴狗绳</a:t>
            </a:r>
          </a:p>
          <a:p>
            <a:pPr marL="285750" indent="-285750">
              <a:buFont typeface="Arial" panose="020B0604020202020204" pitchFamily="34" charset="0"/>
              <a:buChar char="•"/>
            </a:pPr>
            <a:r>
              <a:rPr lang="en-US" altLang="zh-CN" dirty="0">
                <a:solidFill>
                  <a:schemeClr val="tx1">
                    <a:lumMod val="95000"/>
                    <a:lumOff val="5000"/>
                  </a:schemeClr>
                </a:solidFill>
              </a:rPr>
              <a:t>2</a:t>
            </a:r>
            <a:r>
              <a:rPr lang="zh-CN" altLang="en-US" dirty="0">
                <a:solidFill>
                  <a:schemeClr val="tx1">
                    <a:lumMod val="95000"/>
                    <a:lumOff val="5000"/>
                  </a:schemeClr>
                </a:solidFill>
              </a:rPr>
              <a:t>、切莫故意挑逗，刺激动物</a:t>
            </a:r>
          </a:p>
        </p:txBody>
      </p:sp>
      <p:pic>
        <p:nvPicPr>
          <p:cNvPr id="9" name="图片 8" descr="电脑游戏的截图&#10;&#10;低可信度描述已自动生成"/>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255659" y="3109685"/>
            <a:ext cx="3946456" cy="2956807"/>
          </a:xfrm>
          <a:prstGeom prst="rect">
            <a:avLst/>
          </a:prstGeom>
        </p:spPr>
      </p:pic>
      <p:sp>
        <p:nvSpPr>
          <p:cNvPr id="8" name="TextBox 4"/>
          <p:cNvSpPr txBox="1"/>
          <p:nvPr/>
        </p:nvSpPr>
        <p:spPr>
          <a:xfrm>
            <a:off x="0" y="5"/>
            <a:ext cx="604867" cy="13324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200000"/>
              </a:lnSpc>
            </a:pPr>
            <a:r>
              <a:rPr lang="zh-CN" altLang="en-US" sz="135">
                <a:solidFill>
                  <a:schemeClr val="tx1">
                    <a:alpha val="0"/>
                  </a:schemeClr>
                </a:solidFill>
                <a:latin typeface="微软雅黑" panose="020B0503020204020204" pitchFamily="34" charset="-122"/>
                <a:ea typeface="微软雅黑" panose="020B0503020204020204" pitchFamily="34" charset="-122"/>
              </a:rPr>
              <a:t>行业</a:t>
            </a:r>
            <a:r>
              <a:rPr lang="en-US" altLang="zh-CN" sz="135">
                <a:solidFill>
                  <a:schemeClr val="tx1">
                    <a:alpha val="0"/>
                  </a:schemeClr>
                </a:solidFill>
                <a:latin typeface="微软雅黑" panose="020B0503020204020204" pitchFamily="34" charset="-122"/>
                <a:ea typeface="微软雅黑" panose="020B0503020204020204" pitchFamily="34" charset="-122"/>
              </a:rPr>
              <a:t>PPT</a:t>
            </a:r>
            <a:r>
              <a:rPr lang="zh-CN" altLang="en-US" sz="135">
                <a:solidFill>
                  <a:schemeClr val="tx1">
                    <a:alpha val="0"/>
                  </a:schemeClr>
                </a:solidFill>
                <a:latin typeface="微软雅黑" panose="020B0503020204020204" pitchFamily="34" charset="-122"/>
                <a:ea typeface="微软雅黑" panose="020B0503020204020204" pitchFamily="34" charset="-122"/>
              </a:rPr>
              <a:t>模板</a:t>
            </a:r>
            <a:r>
              <a:rPr lang="en-US" altLang="zh-CN" sz="135">
                <a:solidFill>
                  <a:schemeClr val="tx1">
                    <a:alpha val="0"/>
                  </a:schemeClr>
                </a:solidFill>
                <a:latin typeface="微软雅黑" panose="020B0503020204020204" pitchFamily="34" charset="-122"/>
                <a:ea typeface="微软雅黑" panose="020B0503020204020204" pitchFamily="34" charset="-122"/>
              </a:rPr>
              <a:t>http://www.1ppt.com/hangye/</a:t>
            </a:r>
          </a:p>
        </p:txBody>
      </p:sp>
    </p:spTree>
  </p:cSld>
  <p:clrMapOvr>
    <a:masterClrMapping/>
  </p:clrMapOvr>
  <mc:AlternateContent xmlns:mc="http://schemas.openxmlformats.org/markup-compatibility/2006" xmlns:p14="http://schemas.microsoft.com/office/powerpoint/2010/main">
    <mc:Choice Requires="p14">
      <p:transition spd="slow" p14:dur="1600" advTm="0">
        <p14:prism isInverted="1"/>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barn(inVertical)">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randombar(horizontal)">
                                      <p:cBhvr>
                                        <p:cTn id="1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409428" y="613232"/>
            <a:ext cx="902811" cy="598241"/>
          </a:xfrm>
          <a:prstGeom prst="rect">
            <a:avLst/>
          </a:prstGeom>
          <a:noFill/>
        </p:spPr>
        <p:txBody>
          <a:bodyPr wrap="none" rtlCol="0" anchor="t">
            <a:spAutoFit/>
          </a:bodyPr>
          <a:lstStyle/>
          <a:p>
            <a:pPr algn="l">
              <a:lnSpc>
                <a:spcPct val="130000"/>
              </a:lnSpc>
            </a:pPr>
            <a:r>
              <a:rPr lang="zh-CN" altLang="en-US" sz="2800" dirty="0">
                <a:solidFill>
                  <a:schemeClr val="accent1"/>
                </a:solidFill>
                <a:latin typeface="汉仪大宋简" panose="02010609000101010101" pitchFamily="49" charset="-122"/>
                <a:ea typeface="汉仪大宋简" panose="02010609000101010101" pitchFamily="49" charset="-122"/>
                <a:cs typeface="+mn-ea"/>
                <a:sym typeface="+mn-lt"/>
              </a:rPr>
              <a:t>总结</a:t>
            </a:r>
          </a:p>
        </p:txBody>
      </p:sp>
      <p:grpSp>
        <p:nvGrpSpPr>
          <p:cNvPr id="2" name="组合 1"/>
          <p:cNvGrpSpPr/>
          <p:nvPr/>
        </p:nvGrpSpPr>
        <p:grpSpPr>
          <a:xfrm>
            <a:off x="1059542" y="2577862"/>
            <a:ext cx="3240835" cy="2876786"/>
            <a:chOff x="1344111" y="2917371"/>
            <a:chExt cx="4606745" cy="2876786"/>
          </a:xfrm>
        </p:grpSpPr>
        <p:sp>
          <p:nvSpPr>
            <p:cNvPr id="4" name="矩形: 圆角 3"/>
            <p:cNvSpPr/>
            <p:nvPr/>
          </p:nvSpPr>
          <p:spPr>
            <a:xfrm>
              <a:off x="1344111" y="2917371"/>
              <a:ext cx="4606745" cy="2786742"/>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rIns="180000" rtlCol="0" anchor="ctr"/>
            <a:lstStyle/>
            <a:p>
              <a:r>
                <a:rPr lang="zh-CN" altLang="en-US">
                  <a:solidFill>
                    <a:schemeClr val="tx1">
                      <a:lumMod val="95000"/>
                      <a:lumOff val="5000"/>
                    </a:schemeClr>
                  </a:solidFill>
                </a:rPr>
                <a:t>一方面，“勿以善小而不为”，我们要加强自身的修养，从小树立正确的是非观念，与人为善。</a:t>
              </a:r>
            </a:p>
          </p:txBody>
        </p:sp>
        <p:sp>
          <p:nvSpPr>
            <p:cNvPr id="10" name="矩形: 圆角 9"/>
            <p:cNvSpPr/>
            <p:nvPr/>
          </p:nvSpPr>
          <p:spPr>
            <a:xfrm>
              <a:off x="4416739" y="5704113"/>
              <a:ext cx="1080000" cy="90044"/>
            </a:xfrm>
            <a:prstGeom prst="roundRect">
              <a:avLst>
                <a:gd name="adj" fmla="val 50000"/>
              </a:avLst>
            </a:prstGeom>
            <a:solidFill>
              <a:schemeClr val="accent1"/>
            </a:solidFill>
            <a:ln>
              <a:noFill/>
            </a:ln>
            <a:effectLst>
              <a:outerShdw blurRad="254000" dist="101600" dir="5400000" algn="ctr"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a:latin typeface="+mj-ea"/>
                <a:ea typeface="+mj-ea"/>
                <a:sym typeface="+mn-lt"/>
              </a:endParaRPr>
            </a:p>
          </p:txBody>
        </p:sp>
      </p:grpSp>
      <p:grpSp>
        <p:nvGrpSpPr>
          <p:cNvPr id="12" name="组合 11"/>
          <p:cNvGrpSpPr/>
          <p:nvPr/>
        </p:nvGrpSpPr>
        <p:grpSpPr>
          <a:xfrm>
            <a:off x="4475582" y="2577862"/>
            <a:ext cx="3240835" cy="2876786"/>
            <a:chOff x="1344111" y="2917371"/>
            <a:chExt cx="4606745" cy="2876786"/>
          </a:xfrm>
        </p:grpSpPr>
        <p:sp>
          <p:nvSpPr>
            <p:cNvPr id="13" name="矩形: 圆角 12"/>
            <p:cNvSpPr/>
            <p:nvPr/>
          </p:nvSpPr>
          <p:spPr>
            <a:xfrm>
              <a:off x="1344111" y="2917371"/>
              <a:ext cx="4606745" cy="2786742"/>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rIns="180000" rtlCol="0" anchor="ctr"/>
            <a:lstStyle/>
            <a:p>
              <a:r>
                <a:rPr lang="zh-CN" altLang="en-US" dirty="0">
                  <a:solidFill>
                    <a:schemeClr val="tx1">
                      <a:lumMod val="95000"/>
                      <a:lumOff val="5000"/>
                    </a:schemeClr>
                  </a:solidFill>
                </a:rPr>
                <a:t>另一方面，“勿以恶小而为之”，摒弃学习上，生活中的坏习惯。</a:t>
              </a:r>
            </a:p>
          </p:txBody>
        </p:sp>
        <p:sp>
          <p:nvSpPr>
            <p:cNvPr id="14" name="矩形: 圆角 13"/>
            <p:cNvSpPr/>
            <p:nvPr/>
          </p:nvSpPr>
          <p:spPr>
            <a:xfrm>
              <a:off x="4416739" y="5704113"/>
              <a:ext cx="1080000" cy="90044"/>
            </a:xfrm>
            <a:prstGeom prst="roundRect">
              <a:avLst>
                <a:gd name="adj" fmla="val 50000"/>
              </a:avLst>
            </a:prstGeom>
            <a:solidFill>
              <a:schemeClr val="accent1"/>
            </a:solidFill>
            <a:ln>
              <a:noFill/>
            </a:ln>
            <a:effectLst>
              <a:outerShdw blurRad="254000" dist="101600" dir="5400000" algn="ctr"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a:latin typeface="+mj-ea"/>
                <a:ea typeface="+mj-ea"/>
                <a:sym typeface="+mn-lt"/>
              </a:endParaRPr>
            </a:p>
          </p:txBody>
        </p:sp>
      </p:grpSp>
      <p:grpSp>
        <p:nvGrpSpPr>
          <p:cNvPr id="15" name="组合 14"/>
          <p:cNvGrpSpPr/>
          <p:nvPr/>
        </p:nvGrpSpPr>
        <p:grpSpPr>
          <a:xfrm>
            <a:off x="7891621" y="2577862"/>
            <a:ext cx="3240835" cy="2876786"/>
            <a:chOff x="1344111" y="2917371"/>
            <a:chExt cx="4606745" cy="2876786"/>
          </a:xfrm>
        </p:grpSpPr>
        <p:sp>
          <p:nvSpPr>
            <p:cNvPr id="16" name="矩形: 圆角 15"/>
            <p:cNvSpPr/>
            <p:nvPr/>
          </p:nvSpPr>
          <p:spPr>
            <a:xfrm>
              <a:off x="1344111" y="2917371"/>
              <a:ext cx="4606745" cy="2786742"/>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rIns="180000" rtlCol="0" anchor="ctr"/>
            <a:lstStyle/>
            <a:p>
              <a:r>
                <a:rPr lang="zh-CN" altLang="en-US" dirty="0">
                  <a:solidFill>
                    <a:schemeClr val="tx1">
                      <a:lumMod val="95000"/>
                      <a:lumOff val="5000"/>
                    </a:schemeClr>
                  </a:solidFill>
                </a:rPr>
                <a:t>最后但是很重要的是</a:t>
              </a:r>
              <a:r>
                <a:rPr lang="en-US" altLang="zh-CN" dirty="0">
                  <a:solidFill>
                    <a:schemeClr val="tx1">
                      <a:lumMod val="95000"/>
                      <a:lumOff val="5000"/>
                    </a:schemeClr>
                  </a:solidFill>
                </a:rPr>
                <a:t>:</a:t>
              </a:r>
              <a:r>
                <a:rPr lang="zh-CN" altLang="en-US" dirty="0">
                  <a:solidFill>
                    <a:schemeClr val="tx1">
                      <a:lumMod val="95000"/>
                      <a:lumOff val="5000"/>
                    </a:schemeClr>
                  </a:solidFill>
                </a:rPr>
                <a:t>要对侵害自己权益的事或者人勇敢的说“不”，要明白法律是保护你们的强大武器。</a:t>
              </a:r>
            </a:p>
          </p:txBody>
        </p:sp>
        <p:sp>
          <p:nvSpPr>
            <p:cNvPr id="17" name="矩形: 圆角 16"/>
            <p:cNvSpPr/>
            <p:nvPr/>
          </p:nvSpPr>
          <p:spPr>
            <a:xfrm>
              <a:off x="4416739" y="5704113"/>
              <a:ext cx="1080000" cy="90044"/>
            </a:xfrm>
            <a:prstGeom prst="roundRect">
              <a:avLst>
                <a:gd name="adj" fmla="val 50000"/>
              </a:avLst>
            </a:prstGeom>
            <a:solidFill>
              <a:schemeClr val="accent1"/>
            </a:solidFill>
            <a:ln>
              <a:noFill/>
            </a:ln>
            <a:effectLst>
              <a:outerShdw blurRad="254000" dist="101600" dir="5400000" algn="ctr"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a:latin typeface="+mj-ea"/>
                <a:ea typeface="+mj-ea"/>
                <a:sym typeface="+mn-lt"/>
              </a:endParaRPr>
            </a:p>
          </p:txBody>
        </p:sp>
      </p:grpSp>
      <p:pic>
        <p:nvPicPr>
          <p:cNvPr id="19" name="图片 18" descr="图片包含 游戏机&#10;&#10;描述已自动生成"/>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28937" y="1786910"/>
            <a:ext cx="1309656" cy="1309656"/>
          </a:xfrm>
          <a:prstGeom prst="rect">
            <a:avLst/>
          </a:prstGeom>
        </p:spPr>
      </p:pic>
      <p:pic>
        <p:nvPicPr>
          <p:cNvPr id="21" name="图片 20" descr="图片包含 规模, 设备, 桌子, 小&#10;&#10;描述已自动生成"/>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246513" y="1985652"/>
            <a:ext cx="1061690" cy="1061690"/>
          </a:xfrm>
          <a:prstGeom prst="rect">
            <a:avLst/>
          </a:prstGeom>
        </p:spPr>
      </p:pic>
      <p:pic>
        <p:nvPicPr>
          <p:cNvPr id="23" name="图片 22" descr="图片包含 箭头&#10;&#10;描述已自动生成"/>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546765" y="1985651"/>
            <a:ext cx="1061691" cy="1061691"/>
          </a:xfrm>
          <a:prstGeom prst="rect">
            <a:avLst/>
          </a:prstGeom>
        </p:spPr>
      </p:pic>
    </p:spTree>
  </p:cSld>
  <p:clrMapOvr>
    <a:masterClrMapping/>
  </p:clrMapOvr>
  <p:transition spd="slow" advTm="0">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barn(inVertical)">
                                      <p:cBhvr>
                                        <p:cTn id="11" dur="500"/>
                                        <p:tgtEl>
                                          <p:spTgt spid="12"/>
                                        </p:tgtEl>
                                      </p:cBhvr>
                                    </p:animEffect>
                                  </p:childTnLst>
                                </p:cTn>
                              </p:par>
                            </p:childTnLst>
                          </p:cTn>
                        </p:par>
                        <p:par>
                          <p:cTn id="12" fill="hold">
                            <p:stCondLst>
                              <p:cond delay="1000"/>
                            </p:stCondLst>
                            <p:childTnLst>
                              <p:par>
                                <p:cTn id="13" presetID="16" presetClass="entr" presetSubtype="21" fill="hold"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barn(inVertical)">
                                      <p:cBhvr>
                                        <p:cTn id="15" dur="500"/>
                                        <p:tgtEl>
                                          <p:spTgt spid="15"/>
                                        </p:tgtEl>
                                      </p:cBhvr>
                                    </p:animEffect>
                                  </p:childTnLst>
                                </p:cTn>
                              </p:par>
                            </p:childTnLst>
                          </p:cTn>
                        </p:par>
                      </p:childTnLst>
                    </p:cTn>
                  </p:par>
                  <p:par>
                    <p:cTn id="16" fill="hold">
                      <p:stCondLst>
                        <p:cond delay="indefinite"/>
                      </p:stCondLst>
                      <p:childTnLst>
                        <p:par>
                          <p:cTn id="17" fill="hold">
                            <p:stCondLst>
                              <p:cond delay="0"/>
                            </p:stCondLst>
                            <p:childTnLst>
                              <p:par>
                                <p:cTn id="18" presetID="53" presetClass="entr" presetSubtype="16" fill="hold" nodeType="clickEffect">
                                  <p:stCondLst>
                                    <p:cond delay="0"/>
                                  </p:stCondLst>
                                  <p:childTnLst>
                                    <p:set>
                                      <p:cBhvr>
                                        <p:cTn id="19" dur="1" fill="hold">
                                          <p:stCondLst>
                                            <p:cond delay="0"/>
                                          </p:stCondLst>
                                        </p:cTn>
                                        <p:tgtEl>
                                          <p:spTgt spid="19"/>
                                        </p:tgtEl>
                                        <p:attrNameLst>
                                          <p:attrName>style.visibility</p:attrName>
                                        </p:attrNameLst>
                                      </p:cBhvr>
                                      <p:to>
                                        <p:strVal val="visible"/>
                                      </p:to>
                                    </p:set>
                                    <p:anim calcmode="lin" valueType="num">
                                      <p:cBhvr>
                                        <p:cTn id="20" dur="500" fill="hold"/>
                                        <p:tgtEl>
                                          <p:spTgt spid="19"/>
                                        </p:tgtEl>
                                        <p:attrNameLst>
                                          <p:attrName>ppt_w</p:attrName>
                                        </p:attrNameLst>
                                      </p:cBhvr>
                                      <p:tavLst>
                                        <p:tav tm="0">
                                          <p:val>
                                            <p:fltVal val="0"/>
                                          </p:val>
                                        </p:tav>
                                        <p:tav tm="100000">
                                          <p:val>
                                            <p:strVal val="#ppt_w"/>
                                          </p:val>
                                        </p:tav>
                                      </p:tavLst>
                                    </p:anim>
                                    <p:anim calcmode="lin" valueType="num">
                                      <p:cBhvr>
                                        <p:cTn id="21" dur="500" fill="hold"/>
                                        <p:tgtEl>
                                          <p:spTgt spid="19"/>
                                        </p:tgtEl>
                                        <p:attrNameLst>
                                          <p:attrName>ppt_h</p:attrName>
                                        </p:attrNameLst>
                                      </p:cBhvr>
                                      <p:tavLst>
                                        <p:tav tm="0">
                                          <p:val>
                                            <p:fltVal val="0"/>
                                          </p:val>
                                        </p:tav>
                                        <p:tav tm="100000">
                                          <p:val>
                                            <p:strVal val="#ppt_h"/>
                                          </p:val>
                                        </p:tav>
                                      </p:tavLst>
                                    </p:anim>
                                    <p:animEffect transition="in" filter="fade">
                                      <p:cBhvr>
                                        <p:cTn id="22" dur="500"/>
                                        <p:tgtEl>
                                          <p:spTgt spid="19"/>
                                        </p:tgtEl>
                                      </p:cBhvr>
                                    </p:animEffect>
                                  </p:childTnLst>
                                </p:cTn>
                              </p:par>
                              <p:par>
                                <p:cTn id="23" presetID="53" presetClass="entr" presetSubtype="16" fill="hold" nodeType="withEffect">
                                  <p:stCondLst>
                                    <p:cond delay="0"/>
                                  </p:stCondLst>
                                  <p:childTnLst>
                                    <p:set>
                                      <p:cBhvr>
                                        <p:cTn id="24" dur="1" fill="hold">
                                          <p:stCondLst>
                                            <p:cond delay="0"/>
                                          </p:stCondLst>
                                        </p:cTn>
                                        <p:tgtEl>
                                          <p:spTgt spid="21"/>
                                        </p:tgtEl>
                                        <p:attrNameLst>
                                          <p:attrName>style.visibility</p:attrName>
                                        </p:attrNameLst>
                                      </p:cBhvr>
                                      <p:to>
                                        <p:strVal val="visible"/>
                                      </p:to>
                                    </p:set>
                                    <p:anim calcmode="lin" valueType="num">
                                      <p:cBhvr>
                                        <p:cTn id="25" dur="500" fill="hold"/>
                                        <p:tgtEl>
                                          <p:spTgt spid="21"/>
                                        </p:tgtEl>
                                        <p:attrNameLst>
                                          <p:attrName>ppt_w</p:attrName>
                                        </p:attrNameLst>
                                      </p:cBhvr>
                                      <p:tavLst>
                                        <p:tav tm="0">
                                          <p:val>
                                            <p:fltVal val="0"/>
                                          </p:val>
                                        </p:tav>
                                        <p:tav tm="100000">
                                          <p:val>
                                            <p:strVal val="#ppt_w"/>
                                          </p:val>
                                        </p:tav>
                                      </p:tavLst>
                                    </p:anim>
                                    <p:anim calcmode="lin" valueType="num">
                                      <p:cBhvr>
                                        <p:cTn id="26" dur="500" fill="hold"/>
                                        <p:tgtEl>
                                          <p:spTgt spid="21"/>
                                        </p:tgtEl>
                                        <p:attrNameLst>
                                          <p:attrName>ppt_h</p:attrName>
                                        </p:attrNameLst>
                                      </p:cBhvr>
                                      <p:tavLst>
                                        <p:tav tm="0">
                                          <p:val>
                                            <p:fltVal val="0"/>
                                          </p:val>
                                        </p:tav>
                                        <p:tav tm="100000">
                                          <p:val>
                                            <p:strVal val="#ppt_h"/>
                                          </p:val>
                                        </p:tav>
                                      </p:tavLst>
                                    </p:anim>
                                    <p:animEffect transition="in" filter="fade">
                                      <p:cBhvr>
                                        <p:cTn id="27" dur="500"/>
                                        <p:tgtEl>
                                          <p:spTgt spid="21"/>
                                        </p:tgtEl>
                                      </p:cBhvr>
                                    </p:animEffect>
                                  </p:childTnLst>
                                </p:cTn>
                              </p:par>
                              <p:par>
                                <p:cTn id="28" presetID="53" presetClass="entr" presetSubtype="16" fill="hold" nodeType="withEffect">
                                  <p:stCondLst>
                                    <p:cond delay="0"/>
                                  </p:stCondLst>
                                  <p:childTnLst>
                                    <p:set>
                                      <p:cBhvr>
                                        <p:cTn id="29" dur="1" fill="hold">
                                          <p:stCondLst>
                                            <p:cond delay="0"/>
                                          </p:stCondLst>
                                        </p:cTn>
                                        <p:tgtEl>
                                          <p:spTgt spid="23"/>
                                        </p:tgtEl>
                                        <p:attrNameLst>
                                          <p:attrName>style.visibility</p:attrName>
                                        </p:attrNameLst>
                                      </p:cBhvr>
                                      <p:to>
                                        <p:strVal val="visible"/>
                                      </p:to>
                                    </p:set>
                                    <p:anim calcmode="lin" valueType="num">
                                      <p:cBhvr>
                                        <p:cTn id="30" dur="500" fill="hold"/>
                                        <p:tgtEl>
                                          <p:spTgt spid="23"/>
                                        </p:tgtEl>
                                        <p:attrNameLst>
                                          <p:attrName>ppt_w</p:attrName>
                                        </p:attrNameLst>
                                      </p:cBhvr>
                                      <p:tavLst>
                                        <p:tav tm="0">
                                          <p:val>
                                            <p:fltVal val="0"/>
                                          </p:val>
                                        </p:tav>
                                        <p:tav tm="100000">
                                          <p:val>
                                            <p:strVal val="#ppt_w"/>
                                          </p:val>
                                        </p:tav>
                                      </p:tavLst>
                                    </p:anim>
                                    <p:anim calcmode="lin" valueType="num">
                                      <p:cBhvr>
                                        <p:cTn id="31" dur="500" fill="hold"/>
                                        <p:tgtEl>
                                          <p:spTgt spid="23"/>
                                        </p:tgtEl>
                                        <p:attrNameLst>
                                          <p:attrName>ppt_h</p:attrName>
                                        </p:attrNameLst>
                                      </p:cBhvr>
                                      <p:tavLst>
                                        <p:tav tm="0">
                                          <p:val>
                                            <p:fltVal val="0"/>
                                          </p:val>
                                        </p:tav>
                                        <p:tav tm="100000">
                                          <p:val>
                                            <p:strVal val="#ppt_h"/>
                                          </p:val>
                                        </p:tav>
                                      </p:tavLst>
                                    </p:anim>
                                    <p:animEffect transition="in" filter="fade">
                                      <p:cBhvr>
                                        <p:cTn id="3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2039C-DE38-1E25-B7A7-D3CF2968EAF1}"/>
            </a:ext>
          </a:extLst>
        </p:cNvPr>
        <p:cNvGrpSpPr/>
        <p:nvPr/>
      </p:nvGrpSpPr>
      <p:grpSpPr>
        <a:xfrm>
          <a:off x="0" y="0"/>
          <a:ext cx="0" cy="0"/>
          <a:chOff x="0" y="0"/>
          <a:chExt cx="0" cy="0"/>
        </a:xfrm>
      </p:grpSpPr>
      <p:sp>
        <p:nvSpPr>
          <p:cNvPr id="24" name="标题 1">
            <a:extLst>
              <a:ext uri="{FF2B5EF4-FFF2-40B4-BE49-F238E27FC236}">
                <a16:creationId xmlns:a16="http://schemas.microsoft.com/office/drawing/2014/main" id="{5D279338-A95C-F390-C5D4-A14EB0505BF7}"/>
              </a:ext>
            </a:extLst>
          </p:cNvPr>
          <p:cNvSpPr txBox="1"/>
          <p:nvPr/>
        </p:nvSpPr>
        <p:spPr>
          <a:xfrm>
            <a:off x="10100345" y="460178"/>
            <a:ext cx="1238250" cy="42227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r" defTabSz="914400" rtl="0" eaLnBrk="1" fontAlgn="auto" latinLnBrk="0" hangingPunct="1">
              <a:lnSpc>
                <a:spcPct val="130000"/>
              </a:lnSpc>
              <a:spcBef>
                <a:spcPct val="0"/>
              </a:spcBef>
              <a:spcAft>
                <a:spcPts val="0"/>
              </a:spcAft>
              <a:buClrTx/>
              <a:buSzTx/>
              <a:buFontTx/>
              <a:buNone/>
              <a:tabLst/>
              <a:defRPr/>
            </a:pPr>
            <a:r>
              <a:rPr kumimoji="0" lang="en-US" altLang="zh-CN" sz="1400" b="0" i="0" u="none" strike="noStrike" kern="1200" cap="none" spc="0" normalizeH="0" baseline="0" noProof="0">
                <a:ln>
                  <a:noFill/>
                </a:ln>
                <a:solidFill>
                  <a:srgbClr val="FFFFFF">
                    <a:alpha val="60000"/>
                  </a:srgbClr>
                </a:solidFill>
                <a:effectLst/>
                <a:uLnTx/>
                <a:uFillTx/>
                <a:latin typeface="微软雅黑"/>
                <a:ea typeface="微软雅黑"/>
                <a:cs typeface="+mn-ea"/>
                <a:sym typeface="+mn-lt"/>
              </a:rPr>
              <a:t>-</a:t>
            </a:r>
            <a:r>
              <a:rPr kumimoji="0" lang="zh-CN" altLang="en-US" sz="1400" b="0" i="0" u="none" strike="noStrike" kern="1200" cap="none" spc="0" normalizeH="0" baseline="0" noProof="0">
                <a:ln>
                  <a:noFill/>
                </a:ln>
                <a:solidFill>
                  <a:srgbClr val="FFFFFF">
                    <a:alpha val="60000"/>
                  </a:srgbClr>
                </a:solidFill>
                <a:effectLst/>
                <a:uLnTx/>
                <a:uFillTx/>
                <a:latin typeface="微软雅黑"/>
                <a:ea typeface="微软雅黑"/>
                <a:cs typeface="+mn-ea"/>
                <a:sym typeface="+mn-lt"/>
              </a:rPr>
              <a:t>侵权责任</a:t>
            </a:r>
          </a:p>
        </p:txBody>
      </p:sp>
      <p:sp>
        <p:nvSpPr>
          <p:cNvPr id="25" name="标题 1">
            <a:extLst>
              <a:ext uri="{FF2B5EF4-FFF2-40B4-BE49-F238E27FC236}">
                <a16:creationId xmlns:a16="http://schemas.microsoft.com/office/drawing/2014/main" id="{CC5C212D-E5A2-FE9E-3AC9-502A433D5B24}"/>
              </a:ext>
            </a:extLst>
          </p:cNvPr>
          <p:cNvSpPr txBox="1"/>
          <p:nvPr/>
        </p:nvSpPr>
        <p:spPr>
          <a:xfrm>
            <a:off x="8741445" y="460178"/>
            <a:ext cx="1238250" cy="42227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r" defTabSz="914400" rtl="0" eaLnBrk="1" fontAlgn="auto" latinLnBrk="0" hangingPunct="1">
              <a:lnSpc>
                <a:spcPct val="130000"/>
              </a:lnSpc>
              <a:spcBef>
                <a:spcPct val="0"/>
              </a:spcBef>
              <a:spcAft>
                <a:spcPts val="0"/>
              </a:spcAft>
              <a:buClrTx/>
              <a:buSzTx/>
              <a:buFontTx/>
              <a:buNone/>
              <a:tabLst/>
              <a:defRPr/>
            </a:pPr>
            <a:r>
              <a:rPr kumimoji="0" lang="en-US" altLang="zh-CN" sz="1400" b="0" i="0" u="none" strike="noStrike" kern="1200" cap="none" spc="0" normalizeH="0" baseline="0" noProof="0">
                <a:ln>
                  <a:noFill/>
                </a:ln>
                <a:solidFill>
                  <a:srgbClr val="FFFFFF">
                    <a:alpha val="60000"/>
                  </a:srgbClr>
                </a:solidFill>
                <a:effectLst/>
                <a:uLnTx/>
                <a:uFillTx/>
                <a:latin typeface="微软雅黑"/>
                <a:ea typeface="微软雅黑"/>
                <a:cs typeface="+mn-ea"/>
                <a:sym typeface="+mn-lt"/>
              </a:rPr>
              <a:t>-</a:t>
            </a:r>
            <a:r>
              <a:rPr kumimoji="0" lang="zh-CN" altLang="en-US" sz="1400" b="0" i="0" u="none" strike="noStrike" kern="1200" cap="none" spc="0" normalizeH="0" baseline="0" noProof="0">
                <a:ln>
                  <a:noFill/>
                </a:ln>
                <a:solidFill>
                  <a:srgbClr val="FFFFFF">
                    <a:alpha val="60000"/>
                  </a:srgbClr>
                </a:solidFill>
                <a:effectLst/>
                <a:uLnTx/>
                <a:uFillTx/>
                <a:latin typeface="微软雅黑"/>
                <a:ea typeface="微软雅黑"/>
                <a:cs typeface="+mn-ea"/>
                <a:sym typeface="+mn-lt"/>
              </a:rPr>
              <a:t>婚姻家庭</a:t>
            </a:r>
          </a:p>
        </p:txBody>
      </p:sp>
      <p:sp>
        <p:nvSpPr>
          <p:cNvPr id="26" name="标题 1">
            <a:extLst>
              <a:ext uri="{FF2B5EF4-FFF2-40B4-BE49-F238E27FC236}">
                <a16:creationId xmlns:a16="http://schemas.microsoft.com/office/drawing/2014/main" id="{27C85214-200E-2160-AC3E-46BEA6831BEB}"/>
              </a:ext>
            </a:extLst>
          </p:cNvPr>
          <p:cNvSpPr txBox="1"/>
          <p:nvPr/>
        </p:nvSpPr>
        <p:spPr>
          <a:xfrm>
            <a:off x="7382545" y="460178"/>
            <a:ext cx="1238250" cy="42227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r" defTabSz="914400" rtl="0" eaLnBrk="1" fontAlgn="auto" latinLnBrk="0" hangingPunct="1">
              <a:lnSpc>
                <a:spcPct val="130000"/>
              </a:lnSpc>
              <a:spcBef>
                <a:spcPct val="0"/>
              </a:spcBef>
              <a:spcAft>
                <a:spcPts val="0"/>
              </a:spcAft>
              <a:buClrTx/>
              <a:buSzTx/>
              <a:buFontTx/>
              <a:buNone/>
              <a:tabLst/>
              <a:defRPr/>
            </a:pPr>
            <a:r>
              <a:rPr kumimoji="0" lang="en-US" altLang="zh-CN" sz="1400" b="0" i="0" u="none" strike="noStrike" kern="1200" cap="none" spc="0" normalizeH="0" baseline="0" noProof="0">
                <a:ln>
                  <a:noFill/>
                </a:ln>
                <a:solidFill>
                  <a:srgbClr val="FFFFFF">
                    <a:alpha val="60000"/>
                  </a:srgbClr>
                </a:solidFill>
                <a:effectLst/>
                <a:uLnTx/>
                <a:uFillTx/>
                <a:latin typeface="微软雅黑"/>
                <a:ea typeface="微软雅黑"/>
                <a:cs typeface="+mn-ea"/>
                <a:sym typeface="+mn-lt"/>
              </a:rPr>
              <a:t>-</a:t>
            </a:r>
            <a:r>
              <a:rPr kumimoji="0" lang="zh-CN" altLang="en-US" sz="1400" b="0" i="0" u="none" strike="noStrike" kern="1200" cap="none" spc="0" normalizeH="0" baseline="0" noProof="0">
                <a:ln>
                  <a:noFill/>
                </a:ln>
                <a:solidFill>
                  <a:srgbClr val="FFFFFF">
                    <a:alpha val="60000"/>
                  </a:srgbClr>
                </a:solidFill>
                <a:effectLst/>
                <a:uLnTx/>
                <a:uFillTx/>
                <a:latin typeface="微软雅黑"/>
                <a:ea typeface="微软雅黑"/>
                <a:cs typeface="+mn-ea"/>
                <a:sym typeface="+mn-lt"/>
              </a:rPr>
              <a:t>保证实施</a:t>
            </a:r>
          </a:p>
        </p:txBody>
      </p:sp>
      <p:sp>
        <p:nvSpPr>
          <p:cNvPr id="27" name="标题 1">
            <a:extLst>
              <a:ext uri="{FF2B5EF4-FFF2-40B4-BE49-F238E27FC236}">
                <a16:creationId xmlns:a16="http://schemas.microsoft.com/office/drawing/2014/main" id="{17B75A30-E4AF-3053-9784-7667A03456A7}"/>
              </a:ext>
            </a:extLst>
          </p:cNvPr>
          <p:cNvSpPr txBox="1"/>
          <p:nvPr/>
        </p:nvSpPr>
        <p:spPr>
          <a:xfrm>
            <a:off x="6023645" y="460178"/>
            <a:ext cx="1238250" cy="42227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r" defTabSz="914400" rtl="0" eaLnBrk="1" fontAlgn="auto" latinLnBrk="0" hangingPunct="1">
              <a:lnSpc>
                <a:spcPct val="130000"/>
              </a:lnSpc>
              <a:spcBef>
                <a:spcPct val="0"/>
              </a:spcBef>
              <a:spcAft>
                <a:spcPts val="0"/>
              </a:spcAft>
              <a:buClrTx/>
              <a:buSzTx/>
              <a:buFontTx/>
              <a:buNone/>
              <a:tabLst/>
              <a:defRPr/>
            </a:pPr>
            <a:r>
              <a:rPr kumimoji="0" lang="en-US" altLang="zh-CN" sz="1400" b="0" i="0" u="none" strike="noStrike" kern="1200" cap="none" spc="0" normalizeH="0" baseline="0" noProof="0">
                <a:ln>
                  <a:noFill/>
                </a:ln>
                <a:solidFill>
                  <a:srgbClr val="FFFFFF"/>
                </a:solidFill>
                <a:effectLst/>
                <a:uLnTx/>
                <a:uFillTx/>
                <a:latin typeface="微软雅黑"/>
                <a:ea typeface="微软雅黑"/>
                <a:cs typeface="+mn-ea"/>
                <a:sym typeface="+mn-lt"/>
              </a:rPr>
              <a:t>-</a:t>
            </a:r>
            <a:r>
              <a:rPr kumimoji="0" lang="zh-CN" altLang="en-US" sz="1400" b="0" i="0" u="none" strike="noStrike" kern="1200" cap="none" spc="0" normalizeH="0" baseline="0" noProof="0">
                <a:ln>
                  <a:noFill/>
                </a:ln>
                <a:solidFill>
                  <a:srgbClr val="FFFFFF"/>
                </a:solidFill>
                <a:effectLst/>
                <a:uLnTx/>
                <a:uFillTx/>
                <a:latin typeface="微软雅黑"/>
                <a:ea typeface="微软雅黑"/>
                <a:cs typeface="+mn-ea"/>
                <a:sym typeface="+mn-lt"/>
              </a:rPr>
              <a:t>保护我们</a:t>
            </a:r>
          </a:p>
        </p:txBody>
      </p:sp>
      <p:sp>
        <p:nvSpPr>
          <p:cNvPr id="44" name="文本框 43">
            <a:extLst>
              <a:ext uri="{FF2B5EF4-FFF2-40B4-BE49-F238E27FC236}">
                <a16:creationId xmlns:a16="http://schemas.microsoft.com/office/drawing/2014/main" id="{A02ECBD0-B14D-3B95-3760-842ADC0E1664}"/>
              </a:ext>
            </a:extLst>
          </p:cNvPr>
          <p:cNvSpPr txBox="1"/>
          <p:nvPr/>
        </p:nvSpPr>
        <p:spPr>
          <a:xfrm>
            <a:off x="6243067" y="4737067"/>
            <a:ext cx="4407110" cy="478529"/>
          </a:xfrm>
          <a:prstGeom prst="rect">
            <a:avLst/>
          </a:prstGeom>
          <a:noFill/>
        </p:spPr>
        <p:txBody>
          <a:bodyPr wrap="square" rtlCol="0" anchor="t">
            <a:sp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r>
              <a:rPr kumimoji="0" lang="zh-CN" altLang="en-US" sz="1000" b="0" i="0" u="none" strike="noStrike" kern="1200" cap="none" spc="0" normalizeH="0" baseline="0" noProof="0">
                <a:ln>
                  <a:noFill/>
                </a:ln>
                <a:solidFill>
                  <a:srgbClr val="FFFFFF"/>
                </a:solidFill>
                <a:effectLst/>
                <a:uLnTx/>
                <a:uFillTx/>
                <a:latin typeface="微软雅黑"/>
                <a:ea typeface="微软雅黑"/>
                <a:cs typeface="+mn-ea"/>
                <a:sym typeface="+mn-lt"/>
              </a:rPr>
              <a:t>民法典第二十条规定，不满八周岁的未成年人为无民事行为能力人，由其法定代理人代理实施民事法律行为。因此八周岁以下“打赏”</a:t>
            </a:r>
          </a:p>
        </p:txBody>
      </p:sp>
      <p:pic>
        <p:nvPicPr>
          <p:cNvPr id="8" name="图片 7">
            <a:extLst>
              <a:ext uri="{FF2B5EF4-FFF2-40B4-BE49-F238E27FC236}">
                <a16:creationId xmlns:a16="http://schemas.microsoft.com/office/drawing/2014/main" id="{4207E177-58FC-6C84-2DA7-E25A98EA240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33200" y="2657996"/>
            <a:ext cx="2659212" cy="3778881"/>
          </a:xfrm>
          <a:prstGeom prst="rect">
            <a:avLst/>
          </a:prstGeom>
        </p:spPr>
      </p:pic>
      <p:grpSp>
        <p:nvGrpSpPr>
          <p:cNvPr id="2" name="组合 1">
            <a:extLst>
              <a:ext uri="{FF2B5EF4-FFF2-40B4-BE49-F238E27FC236}">
                <a16:creationId xmlns:a16="http://schemas.microsoft.com/office/drawing/2014/main" id="{0C934B5D-5913-2D87-E45C-2FBBDF0CF10F}"/>
              </a:ext>
            </a:extLst>
          </p:cNvPr>
          <p:cNvGrpSpPr/>
          <p:nvPr/>
        </p:nvGrpSpPr>
        <p:grpSpPr>
          <a:xfrm>
            <a:off x="5623491" y="1575817"/>
            <a:ext cx="5646263" cy="3139122"/>
            <a:chOff x="5797663" y="1575817"/>
            <a:chExt cx="5646263" cy="3139122"/>
          </a:xfrm>
        </p:grpSpPr>
        <p:sp>
          <p:nvSpPr>
            <p:cNvPr id="48" name="椭圆 47">
              <a:extLst>
                <a:ext uri="{FF2B5EF4-FFF2-40B4-BE49-F238E27FC236}">
                  <a16:creationId xmlns:a16="http://schemas.microsoft.com/office/drawing/2014/main" id="{DFA603E6-025B-63F7-F65B-CFD4186945F4}"/>
                </a:ext>
              </a:extLst>
            </p:cNvPr>
            <p:cNvSpPr/>
            <p:nvPr/>
          </p:nvSpPr>
          <p:spPr>
            <a:xfrm>
              <a:off x="5912386" y="4300731"/>
              <a:ext cx="360000" cy="360000"/>
            </a:xfrm>
            <a:prstGeom prst="ellipse">
              <a:avLst/>
            </a:prstGeom>
            <a:noFill/>
            <a:ln>
              <a:gradFill>
                <a:gsLst>
                  <a:gs pos="0">
                    <a:schemeClr val="accent1">
                      <a:lumMod val="5000"/>
                      <a:lumOff val="95000"/>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汉仪综艺体简" panose="02010609000101010101" pitchFamily="49" charset="-122"/>
                <a:ea typeface="汉仪综艺体简" panose="02010609000101010101" pitchFamily="49" charset="-122"/>
                <a:cs typeface="Arial"/>
              </a:endParaRPr>
            </a:p>
          </p:txBody>
        </p:sp>
        <p:sp>
          <p:nvSpPr>
            <p:cNvPr id="49" name="椭圆 48">
              <a:extLst>
                <a:ext uri="{FF2B5EF4-FFF2-40B4-BE49-F238E27FC236}">
                  <a16:creationId xmlns:a16="http://schemas.microsoft.com/office/drawing/2014/main" id="{E1DA54BF-0F42-5AF9-F9B0-27762885B8FF}"/>
                </a:ext>
              </a:extLst>
            </p:cNvPr>
            <p:cNvSpPr/>
            <p:nvPr/>
          </p:nvSpPr>
          <p:spPr>
            <a:xfrm>
              <a:off x="10989646" y="1842051"/>
              <a:ext cx="360000" cy="360000"/>
            </a:xfrm>
            <a:prstGeom prst="ellipse">
              <a:avLst/>
            </a:prstGeom>
            <a:noFill/>
            <a:ln>
              <a:gradFill>
                <a:gsLst>
                  <a:gs pos="0">
                    <a:schemeClr val="accent1">
                      <a:lumMod val="5000"/>
                      <a:lumOff val="95000"/>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汉仪综艺体简" panose="02010609000101010101" pitchFamily="49" charset="-122"/>
                <a:ea typeface="汉仪综艺体简" panose="02010609000101010101" pitchFamily="49" charset="-122"/>
                <a:cs typeface="Arial"/>
              </a:endParaRPr>
            </a:p>
          </p:txBody>
        </p:sp>
        <p:sp>
          <p:nvSpPr>
            <p:cNvPr id="9" name="文本框 8">
              <a:extLst>
                <a:ext uri="{FF2B5EF4-FFF2-40B4-BE49-F238E27FC236}">
                  <a16:creationId xmlns:a16="http://schemas.microsoft.com/office/drawing/2014/main" id="{D6753291-B105-994D-76B2-9F0ABF43474F}"/>
                </a:ext>
              </a:extLst>
            </p:cNvPr>
            <p:cNvSpPr txBox="1"/>
            <p:nvPr/>
          </p:nvSpPr>
          <p:spPr>
            <a:xfrm>
              <a:off x="5797663" y="3006779"/>
              <a:ext cx="5646261" cy="170816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10500" b="0" i="0" u="none" strike="noStrike" kern="1200" cap="none" spc="0" normalizeH="0" baseline="0" noProof="0" dirty="0">
                  <a:ln>
                    <a:noFill/>
                  </a:ln>
                  <a:solidFill>
                    <a:srgbClr val="FFFFFF"/>
                  </a:solidFill>
                  <a:effectLst>
                    <a:outerShdw blurRad="50800" dist="50800" dir="5400000" algn="ctr" rotWithShape="0">
                      <a:srgbClr val="000000">
                        <a:alpha val="20000"/>
                      </a:srgbClr>
                    </a:outerShdw>
                  </a:effectLst>
                  <a:uLnTx/>
                  <a:uFillTx/>
                  <a:latin typeface="汉仪综艺体简" panose="02010609000101010101" pitchFamily="49" charset="-122"/>
                  <a:ea typeface="汉仪综艺体简" panose="02010609000101010101" pitchFamily="49" charset="-122"/>
                  <a:cs typeface="Arial"/>
                </a:rPr>
                <a:t>护航成</a:t>
              </a:r>
              <a:r>
                <a:rPr kumimoji="0" lang="zh-CN" altLang="en-US" sz="10500" b="0" i="0" u="none" strike="noStrike" kern="1200" cap="none" spc="0" normalizeH="0" baseline="0" noProof="0" dirty="0">
                  <a:ln>
                    <a:noFill/>
                  </a:ln>
                  <a:gradFill>
                    <a:gsLst>
                      <a:gs pos="37000">
                        <a:srgbClr val="FFFFFF"/>
                      </a:gs>
                      <a:gs pos="77000">
                        <a:srgbClr val="0075F7"/>
                      </a:gs>
                    </a:gsLst>
                    <a:lin ang="5400000" scaled="0"/>
                  </a:gradFill>
                  <a:effectLst>
                    <a:outerShdw blurRad="50800" dist="50800" dir="5400000" algn="ctr" rotWithShape="0">
                      <a:srgbClr val="000000">
                        <a:alpha val="20000"/>
                      </a:srgbClr>
                    </a:outerShdw>
                  </a:effectLst>
                  <a:uLnTx/>
                  <a:uFillTx/>
                  <a:latin typeface="汉仪综艺体简" panose="02010609000101010101" pitchFamily="49" charset="-122"/>
                  <a:ea typeface="汉仪综艺体简" panose="02010609000101010101" pitchFamily="49" charset="-122"/>
                  <a:cs typeface="Arial"/>
                </a:rPr>
                <a:t>长</a:t>
              </a:r>
            </a:p>
          </p:txBody>
        </p:sp>
        <p:sp>
          <p:nvSpPr>
            <p:cNvPr id="11" name="文本框 10">
              <a:extLst>
                <a:ext uri="{FF2B5EF4-FFF2-40B4-BE49-F238E27FC236}">
                  <a16:creationId xmlns:a16="http://schemas.microsoft.com/office/drawing/2014/main" id="{0EC2CB4D-6D27-C920-42D2-CED1AABEDBA1}"/>
                </a:ext>
              </a:extLst>
            </p:cNvPr>
            <p:cNvSpPr txBox="1"/>
            <p:nvPr/>
          </p:nvSpPr>
          <p:spPr>
            <a:xfrm>
              <a:off x="5797664" y="1575817"/>
              <a:ext cx="5646262" cy="170816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10500" b="0" i="0" u="none" strike="noStrike" kern="1200" cap="none" spc="0" normalizeH="0" baseline="0" noProof="0" dirty="0">
                  <a:ln>
                    <a:noFill/>
                  </a:ln>
                  <a:solidFill>
                    <a:srgbClr val="FFFFFF"/>
                  </a:solidFill>
                  <a:effectLst>
                    <a:outerShdw blurRad="50800" dist="50800" dir="5400000" algn="ctr" rotWithShape="0">
                      <a:srgbClr val="000000">
                        <a:alpha val="20000"/>
                      </a:srgbClr>
                    </a:outerShdw>
                  </a:effectLst>
                  <a:uLnTx/>
                  <a:uFillTx/>
                  <a:latin typeface="汉仪综艺体简" panose="02010609000101010101" pitchFamily="49" charset="-122"/>
                  <a:ea typeface="汉仪综艺体简" panose="02010609000101010101" pitchFamily="49" charset="-122"/>
                  <a:cs typeface="Arial"/>
                </a:rPr>
                <a:t>典</a:t>
              </a:r>
              <a:r>
                <a:rPr kumimoji="0" lang="zh-CN" altLang="en-US" sz="10500" b="0" i="0" u="none" strike="noStrike" kern="1200" cap="none" spc="0" normalizeH="0" baseline="0" noProof="0" dirty="0">
                  <a:ln>
                    <a:noFill/>
                  </a:ln>
                  <a:gradFill>
                    <a:gsLst>
                      <a:gs pos="37000">
                        <a:srgbClr val="FFFFFF"/>
                      </a:gs>
                      <a:gs pos="77000">
                        <a:srgbClr val="0075F7"/>
                      </a:gs>
                    </a:gsLst>
                    <a:lin ang="5400000" scaled="0"/>
                  </a:gradFill>
                  <a:effectLst>
                    <a:outerShdw blurRad="50800" dist="50800" dir="5400000" algn="ctr" rotWithShape="0">
                      <a:srgbClr val="000000">
                        <a:alpha val="20000"/>
                      </a:srgbClr>
                    </a:outerShdw>
                  </a:effectLst>
                  <a:uLnTx/>
                  <a:uFillTx/>
                  <a:latin typeface="汉仪综艺体简" panose="02010609000101010101" pitchFamily="49" charset="-122"/>
                  <a:ea typeface="汉仪综艺体简" panose="02010609000101010101" pitchFamily="49" charset="-122"/>
                  <a:cs typeface="Arial"/>
                </a:rPr>
                <a:t>亮</a:t>
              </a:r>
              <a:r>
                <a:rPr kumimoji="0" lang="zh-CN" altLang="en-US" sz="10500" b="0" i="0" u="none" strike="noStrike" kern="1200" cap="none" spc="0" normalizeH="0" baseline="0" noProof="0" dirty="0">
                  <a:ln>
                    <a:noFill/>
                  </a:ln>
                  <a:solidFill>
                    <a:srgbClr val="FFFFFF"/>
                  </a:solidFill>
                  <a:effectLst>
                    <a:outerShdw blurRad="50800" dist="50800" dir="5400000" algn="ctr" rotWithShape="0">
                      <a:srgbClr val="000000">
                        <a:alpha val="20000"/>
                      </a:srgbClr>
                    </a:outerShdw>
                  </a:effectLst>
                  <a:uLnTx/>
                  <a:uFillTx/>
                  <a:latin typeface="汉仪综艺体简" panose="02010609000101010101" pitchFamily="49" charset="-122"/>
                  <a:ea typeface="汉仪综艺体简" panose="02010609000101010101" pitchFamily="49" charset="-122"/>
                  <a:cs typeface="Arial"/>
                </a:rPr>
                <a:t>青春</a:t>
              </a:r>
            </a:p>
          </p:txBody>
        </p:sp>
      </p:grpSp>
      <p:sp>
        <p:nvSpPr>
          <p:cNvPr id="12" name="文本框 11">
            <a:extLst>
              <a:ext uri="{FF2B5EF4-FFF2-40B4-BE49-F238E27FC236}">
                <a16:creationId xmlns:a16="http://schemas.microsoft.com/office/drawing/2014/main" id="{2D68C88F-23A4-4A8C-8B4F-3902F415992D}"/>
              </a:ext>
            </a:extLst>
          </p:cNvPr>
          <p:cNvSpPr txBox="1"/>
          <p:nvPr/>
        </p:nvSpPr>
        <p:spPr>
          <a:xfrm>
            <a:off x="6777542" y="1391151"/>
            <a:ext cx="3338161" cy="369332"/>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FFFFFF"/>
                </a:solidFill>
                <a:effectLst/>
                <a:uLnTx/>
                <a:uFillTx/>
                <a:latin typeface="汉仪大宋简"/>
                <a:ea typeface="汉仪大宋简"/>
                <a:cs typeface="Arial"/>
              </a:rPr>
              <a:t>“民法典进校园”主题宣讲</a:t>
            </a:r>
          </a:p>
        </p:txBody>
      </p:sp>
      <p:grpSp>
        <p:nvGrpSpPr>
          <p:cNvPr id="18" name="组合 17">
            <a:extLst>
              <a:ext uri="{FF2B5EF4-FFF2-40B4-BE49-F238E27FC236}">
                <a16:creationId xmlns:a16="http://schemas.microsoft.com/office/drawing/2014/main" id="{1FAC8254-5928-AD80-13C2-5B8DA9D53DD2}"/>
              </a:ext>
            </a:extLst>
          </p:cNvPr>
          <p:cNvGrpSpPr/>
          <p:nvPr/>
        </p:nvGrpSpPr>
        <p:grpSpPr>
          <a:xfrm>
            <a:off x="6831113" y="5576146"/>
            <a:ext cx="3231018" cy="396000"/>
            <a:chOff x="7267823" y="5592564"/>
            <a:chExt cx="3231018" cy="432000"/>
          </a:xfrm>
        </p:grpSpPr>
        <p:sp>
          <p:nvSpPr>
            <p:cNvPr id="14" name="矩形: 圆角 10">
              <a:extLst>
                <a:ext uri="{FF2B5EF4-FFF2-40B4-BE49-F238E27FC236}">
                  <a16:creationId xmlns:a16="http://schemas.microsoft.com/office/drawing/2014/main" id="{528E92EF-C11C-3129-6A93-3BB1094F502B}"/>
                </a:ext>
              </a:extLst>
            </p:cNvPr>
            <p:cNvSpPr/>
            <p:nvPr/>
          </p:nvSpPr>
          <p:spPr>
            <a:xfrm>
              <a:off x="7267823" y="5592564"/>
              <a:ext cx="1460029" cy="432000"/>
            </a:xfrm>
            <a:prstGeom prst="roundRect">
              <a:avLst>
                <a:gd name="adj" fmla="val 50000"/>
              </a:avLst>
            </a:prstGeom>
            <a:noFill/>
            <a:ln w="12700">
              <a:solidFill>
                <a:schemeClr val="bg1"/>
              </a:solidFill>
              <a:round/>
            </a:ln>
            <a:effectLst/>
          </p:spPr>
          <p:txBody>
            <a:bodyPr vert="horz" wrap="square" lIns="91440" tIns="45720" rIns="91440" bIns="45720" numCol="1" anchor="ctr" anchorCtr="0" compatLnSpc="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FFFFFF"/>
                  </a:solidFill>
                  <a:effectLst/>
                  <a:uLnTx/>
                  <a:uFillTx/>
                  <a:latin typeface="微软雅黑"/>
                  <a:ea typeface="微软雅黑"/>
                  <a:cs typeface="Arial"/>
                </a:rPr>
                <a:t>部门：宣传部</a:t>
              </a:r>
            </a:p>
          </p:txBody>
        </p:sp>
        <p:sp>
          <p:nvSpPr>
            <p:cNvPr id="16" name="矩形: 圆角 11">
              <a:extLst>
                <a:ext uri="{FF2B5EF4-FFF2-40B4-BE49-F238E27FC236}">
                  <a16:creationId xmlns:a16="http://schemas.microsoft.com/office/drawing/2014/main" id="{F01F0BAE-E0EB-5858-8953-5D439787FE7E}"/>
                </a:ext>
              </a:extLst>
            </p:cNvPr>
            <p:cNvSpPr/>
            <p:nvPr/>
          </p:nvSpPr>
          <p:spPr>
            <a:xfrm>
              <a:off x="8872779" y="5592564"/>
              <a:ext cx="1626062" cy="432000"/>
            </a:xfrm>
            <a:prstGeom prst="roundRect">
              <a:avLst>
                <a:gd name="adj" fmla="val 50000"/>
              </a:avLst>
            </a:prstGeom>
            <a:noFill/>
            <a:ln w="12700">
              <a:solidFill>
                <a:schemeClr val="bg1"/>
              </a:solidFill>
              <a:round/>
            </a:ln>
            <a:effectLst/>
          </p:spPr>
          <p:txBody>
            <a:bodyPr vert="horz" wrap="square" lIns="91440" tIns="45720" rIns="91440" bIns="45720" numCol="1" anchor="ctr" anchorCtr="0" compatLnSpc="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FFFFFF"/>
                  </a:solidFill>
                  <a:effectLst/>
                  <a:uLnTx/>
                  <a:uFillTx/>
                  <a:latin typeface="微软雅黑"/>
                  <a:ea typeface="微软雅黑"/>
                  <a:cs typeface="Arial"/>
                </a:rPr>
                <a:t>汇报人：第一</a:t>
              </a:r>
              <a:r>
                <a:rPr kumimoji="0" lang="en-US" altLang="zh-CN" sz="1200" b="0" i="0" u="none" strike="noStrike" kern="1200" cap="none" spc="0" normalizeH="0" baseline="0" noProof="0" dirty="0">
                  <a:ln>
                    <a:noFill/>
                  </a:ln>
                  <a:solidFill>
                    <a:srgbClr val="FFFFFF"/>
                  </a:solidFill>
                  <a:effectLst/>
                  <a:uLnTx/>
                  <a:uFillTx/>
                  <a:latin typeface="微软雅黑"/>
                  <a:ea typeface="微软雅黑"/>
                  <a:cs typeface="Arial"/>
                </a:rPr>
                <a:t>PPT</a:t>
              </a:r>
              <a:r>
                <a:rPr kumimoji="0" lang="zh-CN" altLang="en-US" sz="1200" b="0" i="0" u="none" strike="noStrike" kern="1200" cap="none" spc="0" normalizeH="0" baseline="0" noProof="0" dirty="0">
                  <a:ln>
                    <a:noFill/>
                  </a:ln>
                  <a:solidFill>
                    <a:srgbClr val="FFFFFF"/>
                  </a:solidFill>
                  <a:effectLst/>
                  <a:uLnTx/>
                  <a:uFillTx/>
                  <a:latin typeface="微软雅黑"/>
                  <a:ea typeface="微软雅黑"/>
                  <a:cs typeface="Arial"/>
                </a:rPr>
                <a:t> </a:t>
              </a:r>
            </a:p>
          </p:txBody>
        </p:sp>
      </p:grpSp>
      <p:sp>
        <p:nvSpPr>
          <p:cNvPr id="20" name="任意多边形: 形状 19">
            <a:extLst>
              <a:ext uri="{FF2B5EF4-FFF2-40B4-BE49-F238E27FC236}">
                <a16:creationId xmlns:a16="http://schemas.microsoft.com/office/drawing/2014/main" id="{A96A458F-91F2-44E2-D183-43C39F011845}"/>
              </a:ext>
            </a:extLst>
          </p:cNvPr>
          <p:cNvSpPr/>
          <p:nvPr/>
        </p:nvSpPr>
        <p:spPr bwMode="auto">
          <a:xfrm flipH="1">
            <a:off x="584374" y="444962"/>
            <a:ext cx="254041" cy="778701"/>
          </a:xfrm>
          <a:custGeom>
            <a:avLst/>
            <a:gdLst>
              <a:gd name="connsiteX0" fmla="*/ 23020 w 349157"/>
              <a:gd name="connsiteY0" fmla="*/ 935063 h 1070256"/>
              <a:gd name="connsiteX1" fmla="*/ 39355 w 349157"/>
              <a:gd name="connsiteY1" fmla="*/ 941823 h 1070256"/>
              <a:gd name="connsiteX2" fmla="*/ 49751 w 349157"/>
              <a:gd name="connsiteY2" fmla="*/ 952338 h 1070256"/>
              <a:gd name="connsiteX3" fmla="*/ 82423 w 349157"/>
              <a:gd name="connsiteY3" fmla="*/ 952338 h 1070256"/>
              <a:gd name="connsiteX4" fmla="*/ 94304 w 349157"/>
              <a:gd name="connsiteY4" fmla="*/ 941823 h 1070256"/>
              <a:gd name="connsiteX5" fmla="*/ 110640 w 349157"/>
              <a:gd name="connsiteY5" fmla="*/ 935063 h 1070256"/>
              <a:gd name="connsiteX6" fmla="*/ 126976 w 349157"/>
              <a:gd name="connsiteY6" fmla="*/ 941823 h 1070256"/>
              <a:gd name="connsiteX7" fmla="*/ 126976 w 349157"/>
              <a:gd name="connsiteY7" fmla="*/ 974870 h 1070256"/>
              <a:gd name="connsiteX8" fmla="*/ 115095 w 349157"/>
              <a:gd name="connsiteY8" fmla="*/ 985385 h 1070256"/>
              <a:gd name="connsiteX9" fmla="*/ 115095 w 349157"/>
              <a:gd name="connsiteY9" fmla="*/ 1018433 h 1070256"/>
              <a:gd name="connsiteX10" fmla="*/ 126976 w 349157"/>
              <a:gd name="connsiteY10" fmla="*/ 1030450 h 1070256"/>
              <a:gd name="connsiteX11" fmla="*/ 126976 w 349157"/>
              <a:gd name="connsiteY11" fmla="*/ 1063497 h 1070256"/>
              <a:gd name="connsiteX12" fmla="*/ 94304 w 349157"/>
              <a:gd name="connsiteY12" fmla="*/ 1063497 h 1070256"/>
              <a:gd name="connsiteX13" fmla="*/ 82423 w 349157"/>
              <a:gd name="connsiteY13" fmla="*/ 1051480 h 1070256"/>
              <a:gd name="connsiteX14" fmla="*/ 49751 w 349157"/>
              <a:gd name="connsiteY14" fmla="*/ 1051480 h 1070256"/>
              <a:gd name="connsiteX15" fmla="*/ 39355 w 349157"/>
              <a:gd name="connsiteY15" fmla="*/ 1063497 h 1070256"/>
              <a:gd name="connsiteX16" fmla="*/ 6684 w 349157"/>
              <a:gd name="connsiteY16" fmla="*/ 1063497 h 1070256"/>
              <a:gd name="connsiteX17" fmla="*/ 6684 w 349157"/>
              <a:gd name="connsiteY17" fmla="*/ 1030450 h 1070256"/>
              <a:gd name="connsiteX18" fmla="*/ 17079 w 349157"/>
              <a:gd name="connsiteY18" fmla="*/ 1018433 h 1070256"/>
              <a:gd name="connsiteX19" fmla="*/ 17079 w 349157"/>
              <a:gd name="connsiteY19" fmla="*/ 985385 h 1070256"/>
              <a:gd name="connsiteX20" fmla="*/ 6684 w 349157"/>
              <a:gd name="connsiteY20" fmla="*/ 974870 h 1070256"/>
              <a:gd name="connsiteX21" fmla="*/ 6684 w 349157"/>
              <a:gd name="connsiteY21" fmla="*/ 941823 h 1070256"/>
              <a:gd name="connsiteX22" fmla="*/ 23020 w 349157"/>
              <a:gd name="connsiteY22" fmla="*/ 935063 h 1070256"/>
              <a:gd name="connsiteX23" fmla="*/ 237623 w 349157"/>
              <a:gd name="connsiteY23" fmla="*/ 801713 h 1070256"/>
              <a:gd name="connsiteX24" fmla="*/ 254146 w 349157"/>
              <a:gd name="connsiteY24" fmla="*/ 808473 h 1070256"/>
              <a:gd name="connsiteX25" fmla="*/ 264661 w 349157"/>
              <a:gd name="connsiteY25" fmla="*/ 818988 h 1070256"/>
              <a:gd name="connsiteX26" fmla="*/ 297709 w 349157"/>
              <a:gd name="connsiteY26" fmla="*/ 818988 h 1070256"/>
              <a:gd name="connsiteX27" fmla="*/ 309726 w 349157"/>
              <a:gd name="connsiteY27" fmla="*/ 808473 h 1070256"/>
              <a:gd name="connsiteX28" fmla="*/ 341271 w 349157"/>
              <a:gd name="connsiteY28" fmla="*/ 808473 h 1070256"/>
              <a:gd name="connsiteX29" fmla="*/ 341271 w 349157"/>
              <a:gd name="connsiteY29" fmla="*/ 841520 h 1070256"/>
              <a:gd name="connsiteX30" fmla="*/ 330756 w 349157"/>
              <a:gd name="connsiteY30" fmla="*/ 852035 h 1070256"/>
              <a:gd name="connsiteX31" fmla="*/ 330756 w 349157"/>
              <a:gd name="connsiteY31" fmla="*/ 885083 h 1070256"/>
              <a:gd name="connsiteX32" fmla="*/ 341271 w 349157"/>
              <a:gd name="connsiteY32" fmla="*/ 897100 h 1070256"/>
              <a:gd name="connsiteX33" fmla="*/ 341271 w 349157"/>
              <a:gd name="connsiteY33" fmla="*/ 928645 h 1070256"/>
              <a:gd name="connsiteX34" fmla="*/ 309726 w 349157"/>
              <a:gd name="connsiteY34" fmla="*/ 928645 h 1070256"/>
              <a:gd name="connsiteX35" fmla="*/ 297709 w 349157"/>
              <a:gd name="connsiteY35" fmla="*/ 918130 h 1070256"/>
              <a:gd name="connsiteX36" fmla="*/ 264661 w 349157"/>
              <a:gd name="connsiteY36" fmla="*/ 918130 h 1070256"/>
              <a:gd name="connsiteX37" fmla="*/ 254146 w 349157"/>
              <a:gd name="connsiteY37" fmla="*/ 928645 h 1070256"/>
              <a:gd name="connsiteX38" fmla="*/ 221099 w 349157"/>
              <a:gd name="connsiteY38" fmla="*/ 928645 h 1070256"/>
              <a:gd name="connsiteX39" fmla="*/ 221099 w 349157"/>
              <a:gd name="connsiteY39" fmla="*/ 897100 h 1070256"/>
              <a:gd name="connsiteX40" fmla="*/ 231614 w 349157"/>
              <a:gd name="connsiteY40" fmla="*/ 885083 h 1070256"/>
              <a:gd name="connsiteX41" fmla="*/ 231614 w 349157"/>
              <a:gd name="connsiteY41" fmla="*/ 852035 h 1070256"/>
              <a:gd name="connsiteX42" fmla="*/ 221099 w 349157"/>
              <a:gd name="connsiteY42" fmla="*/ 841520 h 1070256"/>
              <a:gd name="connsiteX43" fmla="*/ 221099 w 349157"/>
              <a:gd name="connsiteY43" fmla="*/ 808473 h 1070256"/>
              <a:gd name="connsiteX44" fmla="*/ 237623 w 349157"/>
              <a:gd name="connsiteY44" fmla="*/ 801713 h 1070256"/>
              <a:gd name="connsiteX45" fmla="*/ 23020 w 349157"/>
              <a:gd name="connsiteY45" fmla="*/ 666775 h 1070256"/>
              <a:gd name="connsiteX46" fmla="*/ 39355 w 349157"/>
              <a:gd name="connsiteY46" fmla="*/ 673535 h 1070256"/>
              <a:gd name="connsiteX47" fmla="*/ 49751 w 349157"/>
              <a:gd name="connsiteY47" fmla="*/ 685552 h 1070256"/>
              <a:gd name="connsiteX48" fmla="*/ 82423 w 349157"/>
              <a:gd name="connsiteY48" fmla="*/ 685552 h 1070256"/>
              <a:gd name="connsiteX49" fmla="*/ 94304 w 349157"/>
              <a:gd name="connsiteY49" fmla="*/ 673535 h 1070256"/>
              <a:gd name="connsiteX50" fmla="*/ 126976 w 349157"/>
              <a:gd name="connsiteY50" fmla="*/ 673535 h 1070256"/>
              <a:gd name="connsiteX51" fmla="*/ 126976 w 349157"/>
              <a:gd name="connsiteY51" fmla="*/ 706582 h 1070256"/>
              <a:gd name="connsiteX52" fmla="*/ 115095 w 349157"/>
              <a:gd name="connsiteY52" fmla="*/ 718599 h 1070256"/>
              <a:gd name="connsiteX53" fmla="*/ 115095 w 349157"/>
              <a:gd name="connsiteY53" fmla="*/ 751647 h 1070256"/>
              <a:gd name="connsiteX54" fmla="*/ 126976 w 349157"/>
              <a:gd name="connsiteY54" fmla="*/ 762162 h 1070256"/>
              <a:gd name="connsiteX55" fmla="*/ 126976 w 349157"/>
              <a:gd name="connsiteY55" fmla="*/ 795209 h 1070256"/>
              <a:gd name="connsiteX56" fmla="*/ 94304 w 349157"/>
              <a:gd name="connsiteY56" fmla="*/ 795209 h 1070256"/>
              <a:gd name="connsiteX57" fmla="*/ 82423 w 349157"/>
              <a:gd name="connsiteY57" fmla="*/ 784694 h 1070256"/>
              <a:gd name="connsiteX58" fmla="*/ 49751 w 349157"/>
              <a:gd name="connsiteY58" fmla="*/ 784694 h 1070256"/>
              <a:gd name="connsiteX59" fmla="*/ 39355 w 349157"/>
              <a:gd name="connsiteY59" fmla="*/ 795209 h 1070256"/>
              <a:gd name="connsiteX60" fmla="*/ 6684 w 349157"/>
              <a:gd name="connsiteY60" fmla="*/ 795209 h 1070256"/>
              <a:gd name="connsiteX61" fmla="*/ 6684 w 349157"/>
              <a:gd name="connsiteY61" fmla="*/ 762162 h 1070256"/>
              <a:gd name="connsiteX62" fmla="*/ 17079 w 349157"/>
              <a:gd name="connsiteY62" fmla="*/ 751647 h 1070256"/>
              <a:gd name="connsiteX63" fmla="*/ 17079 w 349157"/>
              <a:gd name="connsiteY63" fmla="*/ 718599 h 1070256"/>
              <a:gd name="connsiteX64" fmla="*/ 6684 w 349157"/>
              <a:gd name="connsiteY64" fmla="*/ 706582 h 1070256"/>
              <a:gd name="connsiteX65" fmla="*/ 6684 w 349157"/>
              <a:gd name="connsiteY65" fmla="*/ 673535 h 1070256"/>
              <a:gd name="connsiteX66" fmla="*/ 23020 w 349157"/>
              <a:gd name="connsiteY66" fmla="*/ 666775 h 1070256"/>
              <a:gd name="connsiteX67" fmla="*/ 237623 w 349157"/>
              <a:gd name="connsiteY67" fmla="*/ 533425 h 1070256"/>
              <a:gd name="connsiteX68" fmla="*/ 254146 w 349157"/>
              <a:gd name="connsiteY68" fmla="*/ 540185 h 1070256"/>
              <a:gd name="connsiteX69" fmla="*/ 264661 w 349157"/>
              <a:gd name="connsiteY69" fmla="*/ 552202 h 1070256"/>
              <a:gd name="connsiteX70" fmla="*/ 297709 w 349157"/>
              <a:gd name="connsiteY70" fmla="*/ 552202 h 1070256"/>
              <a:gd name="connsiteX71" fmla="*/ 309726 w 349157"/>
              <a:gd name="connsiteY71" fmla="*/ 540185 h 1070256"/>
              <a:gd name="connsiteX72" fmla="*/ 341271 w 349157"/>
              <a:gd name="connsiteY72" fmla="*/ 540185 h 1070256"/>
              <a:gd name="connsiteX73" fmla="*/ 341271 w 349157"/>
              <a:gd name="connsiteY73" fmla="*/ 573232 h 1070256"/>
              <a:gd name="connsiteX74" fmla="*/ 330756 w 349157"/>
              <a:gd name="connsiteY74" fmla="*/ 585249 h 1070256"/>
              <a:gd name="connsiteX75" fmla="*/ 330756 w 349157"/>
              <a:gd name="connsiteY75" fmla="*/ 618297 h 1070256"/>
              <a:gd name="connsiteX76" fmla="*/ 341271 w 349157"/>
              <a:gd name="connsiteY76" fmla="*/ 628812 h 1070256"/>
              <a:gd name="connsiteX77" fmla="*/ 341271 w 349157"/>
              <a:gd name="connsiteY77" fmla="*/ 661859 h 1070256"/>
              <a:gd name="connsiteX78" fmla="*/ 309726 w 349157"/>
              <a:gd name="connsiteY78" fmla="*/ 661859 h 1070256"/>
              <a:gd name="connsiteX79" fmla="*/ 297709 w 349157"/>
              <a:gd name="connsiteY79" fmla="*/ 649842 h 1070256"/>
              <a:gd name="connsiteX80" fmla="*/ 264661 w 349157"/>
              <a:gd name="connsiteY80" fmla="*/ 649842 h 1070256"/>
              <a:gd name="connsiteX81" fmla="*/ 254146 w 349157"/>
              <a:gd name="connsiteY81" fmla="*/ 661859 h 1070256"/>
              <a:gd name="connsiteX82" fmla="*/ 221099 w 349157"/>
              <a:gd name="connsiteY82" fmla="*/ 661859 h 1070256"/>
              <a:gd name="connsiteX83" fmla="*/ 221099 w 349157"/>
              <a:gd name="connsiteY83" fmla="*/ 628812 h 1070256"/>
              <a:gd name="connsiteX84" fmla="*/ 231614 w 349157"/>
              <a:gd name="connsiteY84" fmla="*/ 618297 h 1070256"/>
              <a:gd name="connsiteX85" fmla="*/ 231614 w 349157"/>
              <a:gd name="connsiteY85" fmla="*/ 585249 h 1070256"/>
              <a:gd name="connsiteX86" fmla="*/ 221099 w 349157"/>
              <a:gd name="connsiteY86" fmla="*/ 573232 h 1070256"/>
              <a:gd name="connsiteX87" fmla="*/ 221099 w 349157"/>
              <a:gd name="connsiteY87" fmla="*/ 540185 h 1070256"/>
              <a:gd name="connsiteX88" fmla="*/ 237623 w 349157"/>
              <a:gd name="connsiteY88" fmla="*/ 533425 h 1070256"/>
              <a:gd name="connsiteX89" fmla="*/ 110640 w 349157"/>
              <a:gd name="connsiteY89" fmla="*/ 400075 h 1070256"/>
              <a:gd name="connsiteX90" fmla="*/ 126976 w 349157"/>
              <a:gd name="connsiteY90" fmla="*/ 406835 h 1070256"/>
              <a:gd name="connsiteX91" fmla="*/ 126976 w 349157"/>
              <a:gd name="connsiteY91" fmla="*/ 439882 h 1070256"/>
              <a:gd name="connsiteX92" fmla="*/ 115095 w 349157"/>
              <a:gd name="connsiteY92" fmla="*/ 450397 h 1070256"/>
              <a:gd name="connsiteX93" fmla="*/ 115095 w 349157"/>
              <a:gd name="connsiteY93" fmla="*/ 483445 h 1070256"/>
              <a:gd name="connsiteX94" fmla="*/ 126976 w 349157"/>
              <a:gd name="connsiteY94" fmla="*/ 495462 h 1070256"/>
              <a:gd name="connsiteX95" fmla="*/ 126976 w 349157"/>
              <a:gd name="connsiteY95" fmla="*/ 528509 h 1070256"/>
              <a:gd name="connsiteX96" fmla="*/ 94304 w 349157"/>
              <a:gd name="connsiteY96" fmla="*/ 528509 h 1070256"/>
              <a:gd name="connsiteX97" fmla="*/ 82423 w 349157"/>
              <a:gd name="connsiteY97" fmla="*/ 516492 h 1070256"/>
              <a:gd name="connsiteX98" fmla="*/ 49751 w 349157"/>
              <a:gd name="connsiteY98" fmla="*/ 516492 h 1070256"/>
              <a:gd name="connsiteX99" fmla="*/ 39355 w 349157"/>
              <a:gd name="connsiteY99" fmla="*/ 528509 h 1070256"/>
              <a:gd name="connsiteX100" fmla="*/ 6684 w 349157"/>
              <a:gd name="connsiteY100" fmla="*/ 528509 h 1070256"/>
              <a:gd name="connsiteX101" fmla="*/ 6684 w 349157"/>
              <a:gd name="connsiteY101" fmla="*/ 495462 h 1070256"/>
              <a:gd name="connsiteX102" fmla="*/ 17079 w 349157"/>
              <a:gd name="connsiteY102" fmla="*/ 483445 h 1070256"/>
              <a:gd name="connsiteX103" fmla="*/ 17079 w 349157"/>
              <a:gd name="connsiteY103" fmla="*/ 450397 h 1070256"/>
              <a:gd name="connsiteX104" fmla="*/ 6684 w 349157"/>
              <a:gd name="connsiteY104" fmla="*/ 439882 h 1070256"/>
              <a:gd name="connsiteX105" fmla="*/ 6684 w 349157"/>
              <a:gd name="connsiteY105" fmla="*/ 406835 h 1070256"/>
              <a:gd name="connsiteX106" fmla="*/ 23020 w 349157"/>
              <a:gd name="connsiteY106" fmla="*/ 400075 h 1070256"/>
              <a:gd name="connsiteX107" fmla="*/ 39355 w 349157"/>
              <a:gd name="connsiteY107" fmla="*/ 406835 h 1070256"/>
              <a:gd name="connsiteX108" fmla="*/ 49751 w 349157"/>
              <a:gd name="connsiteY108" fmla="*/ 417350 h 1070256"/>
              <a:gd name="connsiteX109" fmla="*/ 82423 w 349157"/>
              <a:gd name="connsiteY109" fmla="*/ 417350 h 1070256"/>
              <a:gd name="connsiteX110" fmla="*/ 94304 w 349157"/>
              <a:gd name="connsiteY110" fmla="*/ 406835 h 1070256"/>
              <a:gd name="connsiteX111" fmla="*/ 110640 w 349157"/>
              <a:gd name="connsiteY111" fmla="*/ 400075 h 1070256"/>
              <a:gd name="connsiteX112" fmla="*/ 237623 w 349157"/>
              <a:gd name="connsiteY112" fmla="*/ 266725 h 1070256"/>
              <a:gd name="connsiteX113" fmla="*/ 254146 w 349157"/>
              <a:gd name="connsiteY113" fmla="*/ 273485 h 1070256"/>
              <a:gd name="connsiteX114" fmla="*/ 264661 w 349157"/>
              <a:gd name="connsiteY114" fmla="*/ 284000 h 1070256"/>
              <a:gd name="connsiteX115" fmla="*/ 297709 w 349157"/>
              <a:gd name="connsiteY115" fmla="*/ 284000 h 1070256"/>
              <a:gd name="connsiteX116" fmla="*/ 309726 w 349157"/>
              <a:gd name="connsiteY116" fmla="*/ 273485 h 1070256"/>
              <a:gd name="connsiteX117" fmla="*/ 341271 w 349157"/>
              <a:gd name="connsiteY117" fmla="*/ 273485 h 1070256"/>
              <a:gd name="connsiteX118" fmla="*/ 341271 w 349157"/>
              <a:gd name="connsiteY118" fmla="*/ 306532 h 1070256"/>
              <a:gd name="connsiteX119" fmla="*/ 330756 w 349157"/>
              <a:gd name="connsiteY119" fmla="*/ 317047 h 1070256"/>
              <a:gd name="connsiteX120" fmla="*/ 330756 w 349157"/>
              <a:gd name="connsiteY120" fmla="*/ 350095 h 1070256"/>
              <a:gd name="connsiteX121" fmla="*/ 341271 w 349157"/>
              <a:gd name="connsiteY121" fmla="*/ 362112 h 1070256"/>
              <a:gd name="connsiteX122" fmla="*/ 341271 w 349157"/>
              <a:gd name="connsiteY122" fmla="*/ 393657 h 1070256"/>
              <a:gd name="connsiteX123" fmla="*/ 309726 w 349157"/>
              <a:gd name="connsiteY123" fmla="*/ 393657 h 1070256"/>
              <a:gd name="connsiteX124" fmla="*/ 297709 w 349157"/>
              <a:gd name="connsiteY124" fmla="*/ 383142 h 1070256"/>
              <a:gd name="connsiteX125" fmla="*/ 264661 w 349157"/>
              <a:gd name="connsiteY125" fmla="*/ 383142 h 1070256"/>
              <a:gd name="connsiteX126" fmla="*/ 254146 w 349157"/>
              <a:gd name="connsiteY126" fmla="*/ 393657 h 1070256"/>
              <a:gd name="connsiteX127" fmla="*/ 221099 w 349157"/>
              <a:gd name="connsiteY127" fmla="*/ 393657 h 1070256"/>
              <a:gd name="connsiteX128" fmla="*/ 221099 w 349157"/>
              <a:gd name="connsiteY128" fmla="*/ 362112 h 1070256"/>
              <a:gd name="connsiteX129" fmla="*/ 231614 w 349157"/>
              <a:gd name="connsiteY129" fmla="*/ 350095 h 1070256"/>
              <a:gd name="connsiteX130" fmla="*/ 231614 w 349157"/>
              <a:gd name="connsiteY130" fmla="*/ 317047 h 1070256"/>
              <a:gd name="connsiteX131" fmla="*/ 221099 w 349157"/>
              <a:gd name="connsiteY131" fmla="*/ 306532 h 1070256"/>
              <a:gd name="connsiteX132" fmla="*/ 221099 w 349157"/>
              <a:gd name="connsiteY132" fmla="*/ 273485 h 1070256"/>
              <a:gd name="connsiteX133" fmla="*/ 237623 w 349157"/>
              <a:gd name="connsiteY133" fmla="*/ 266725 h 1070256"/>
              <a:gd name="connsiteX134" fmla="*/ 23020 w 349157"/>
              <a:gd name="connsiteY134" fmla="*/ 131788 h 1070256"/>
              <a:gd name="connsiteX135" fmla="*/ 39355 w 349157"/>
              <a:gd name="connsiteY135" fmla="*/ 138548 h 1070256"/>
              <a:gd name="connsiteX136" fmla="*/ 49751 w 349157"/>
              <a:gd name="connsiteY136" fmla="*/ 150565 h 1070256"/>
              <a:gd name="connsiteX137" fmla="*/ 82423 w 349157"/>
              <a:gd name="connsiteY137" fmla="*/ 150565 h 1070256"/>
              <a:gd name="connsiteX138" fmla="*/ 94304 w 349157"/>
              <a:gd name="connsiteY138" fmla="*/ 138548 h 1070256"/>
              <a:gd name="connsiteX139" fmla="*/ 126976 w 349157"/>
              <a:gd name="connsiteY139" fmla="*/ 138548 h 1070256"/>
              <a:gd name="connsiteX140" fmla="*/ 126976 w 349157"/>
              <a:gd name="connsiteY140" fmla="*/ 171595 h 1070256"/>
              <a:gd name="connsiteX141" fmla="*/ 115095 w 349157"/>
              <a:gd name="connsiteY141" fmla="*/ 183612 h 1070256"/>
              <a:gd name="connsiteX142" fmla="*/ 115095 w 349157"/>
              <a:gd name="connsiteY142" fmla="*/ 216660 h 1070256"/>
              <a:gd name="connsiteX143" fmla="*/ 126976 w 349157"/>
              <a:gd name="connsiteY143" fmla="*/ 227175 h 1070256"/>
              <a:gd name="connsiteX144" fmla="*/ 126976 w 349157"/>
              <a:gd name="connsiteY144" fmla="*/ 260222 h 1070256"/>
              <a:gd name="connsiteX145" fmla="*/ 94304 w 349157"/>
              <a:gd name="connsiteY145" fmla="*/ 260222 h 1070256"/>
              <a:gd name="connsiteX146" fmla="*/ 82423 w 349157"/>
              <a:gd name="connsiteY146" fmla="*/ 249707 h 1070256"/>
              <a:gd name="connsiteX147" fmla="*/ 49751 w 349157"/>
              <a:gd name="connsiteY147" fmla="*/ 249707 h 1070256"/>
              <a:gd name="connsiteX148" fmla="*/ 39355 w 349157"/>
              <a:gd name="connsiteY148" fmla="*/ 260222 h 1070256"/>
              <a:gd name="connsiteX149" fmla="*/ 6684 w 349157"/>
              <a:gd name="connsiteY149" fmla="*/ 260222 h 1070256"/>
              <a:gd name="connsiteX150" fmla="*/ 6684 w 349157"/>
              <a:gd name="connsiteY150" fmla="*/ 227175 h 1070256"/>
              <a:gd name="connsiteX151" fmla="*/ 17079 w 349157"/>
              <a:gd name="connsiteY151" fmla="*/ 216660 h 1070256"/>
              <a:gd name="connsiteX152" fmla="*/ 17079 w 349157"/>
              <a:gd name="connsiteY152" fmla="*/ 183612 h 1070256"/>
              <a:gd name="connsiteX153" fmla="*/ 6684 w 349157"/>
              <a:gd name="connsiteY153" fmla="*/ 171595 h 1070256"/>
              <a:gd name="connsiteX154" fmla="*/ 6684 w 349157"/>
              <a:gd name="connsiteY154" fmla="*/ 138548 h 1070256"/>
              <a:gd name="connsiteX155" fmla="*/ 23020 w 349157"/>
              <a:gd name="connsiteY155" fmla="*/ 131788 h 1070256"/>
              <a:gd name="connsiteX156" fmla="*/ 237623 w 349157"/>
              <a:gd name="connsiteY156" fmla="*/ 0 h 1070256"/>
              <a:gd name="connsiteX157" fmla="*/ 254146 w 349157"/>
              <a:gd name="connsiteY157" fmla="*/ 6683 h 1070256"/>
              <a:gd name="connsiteX158" fmla="*/ 264661 w 349157"/>
              <a:gd name="connsiteY158" fmla="*/ 18563 h 1070256"/>
              <a:gd name="connsiteX159" fmla="*/ 297709 w 349157"/>
              <a:gd name="connsiteY159" fmla="*/ 18563 h 1070256"/>
              <a:gd name="connsiteX160" fmla="*/ 309726 w 349157"/>
              <a:gd name="connsiteY160" fmla="*/ 6683 h 1070256"/>
              <a:gd name="connsiteX161" fmla="*/ 341271 w 349157"/>
              <a:gd name="connsiteY161" fmla="*/ 6683 h 1070256"/>
              <a:gd name="connsiteX162" fmla="*/ 341271 w 349157"/>
              <a:gd name="connsiteY162" fmla="*/ 39355 h 1070256"/>
              <a:gd name="connsiteX163" fmla="*/ 330756 w 349157"/>
              <a:gd name="connsiteY163" fmla="*/ 51235 h 1070256"/>
              <a:gd name="connsiteX164" fmla="*/ 330756 w 349157"/>
              <a:gd name="connsiteY164" fmla="*/ 83907 h 1070256"/>
              <a:gd name="connsiteX165" fmla="*/ 341271 w 349157"/>
              <a:gd name="connsiteY165" fmla="*/ 94303 h 1070256"/>
              <a:gd name="connsiteX166" fmla="*/ 341271 w 349157"/>
              <a:gd name="connsiteY166" fmla="*/ 126975 h 1070256"/>
              <a:gd name="connsiteX167" fmla="*/ 309726 w 349157"/>
              <a:gd name="connsiteY167" fmla="*/ 126975 h 1070256"/>
              <a:gd name="connsiteX168" fmla="*/ 297709 w 349157"/>
              <a:gd name="connsiteY168" fmla="*/ 116579 h 1070256"/>
              <a:gd name="connsiteX169" fmla="*/ 264661 w 349157"/>
              <a:gd name="connsiteY169" fmla="*/ 116579 h 1070256"/>
              <a:gd name="connsiteX170" fmla="*/ 254146 w 349157"/>
              <a:gd name="connsiteY170" fmla="*/ 126975 h 1070256"/>
              <a:gd name="connsiteX171" fmla="*/ 221099 w 349157"/>
              <a:gd name="connsiteY171" fmla="*/ 126975 h 1070256"/>
              <a:gd name="connsiteX172" fmla="*/ 221099 w 349157"/>
              <a:gd name="connsiteY172" fmla="*/ 94303 h 1070256"/>
              <a:gd name="connsiteX173" fmla="*/ 231614 w 349157"/>
              <a:gd name="connsiteY173" fmla="*/ 83907 h 1070256"/>
              <a:gd name="connsiteX174" fmla="*/ 231614 w 349157"/>
              <a:gd name="connsiteY174" fmla="*/ 51235 h 1070256"/>
              <a:gd name="connsiteX175" fmla="*/ 221099 w 349157"/>
              <a:gd name="connsiteY175" fmla="*/ 39355 h 1070256"/>
              <a:gd name="connsiteX176" fmla="*/ 221099 w 349157"/>
              <a:gd name="connsiteY176" fmla="*/ 6683 h 1070256"/>
              <a:gd name="connsiteX177" fmla="*/ 237623 w 349157"/>
              <a:gd name="connsiteY177" fmla="*/ 0 h 1070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Lst>
            <a:rect l="l" t="t" r="r" b="b"/>
            <a:pathLst>
              <a:path w="349157" h="1070256">
                <a:moveTo>
                  <a:pt x="23020" y="935063"/>
                </a:moveTo>
                <a:cubicBezTo>
                  <a:pt x="28960" y="935063"/>
                  <a:pt x="34900" y="937316"/>
                  <a:pt x="39355" y="941823"/>
                </a:cubicBezTo>
                <a:cubicBezTo>
                  <a:pt x="39355" y="941823"/>
                  <a:pt x="39355" y="941823"/>
                  <a:pt x="49751" y="952338"/>
                </a:cubicBezTo>
                <a:cubicBezTo>
                  <a:pt x="58662" y="961351"/>
                  <a:pt x="73512" y="961351"/>
                  <a:pt x="82423" y="952338"/>
                </a:cubicBezTo>
                <a:cubicBezTo>
                  <a:pt x="82423" y="952338"/>
                  <a:pt x="82423" y="952338"/>
                  <a:pt x="94304" y="941823"/>
                </a:cubicBezTo>
                <a:cubicBezTo>
                  <a:pt x="98759" y="937317"/>
                  <a:pt x="104699" y="935063"/>
                  <a:pt x="110640" y="935063"/>
                </a:cubicBezTo>
                <a:cubicBezTo>
                  <a:pt x="116580" y="935063"/>
                  <a:pt x="122520" y="937317"/>
                  <a:pt x="126976" y="941823"/>
                </a:cubicBezTo>
                <a:cubicBezTo>
                  <a:pt x="135886" y="950836"/>
                  <a:pt x="135886" y="965857"/>
                  <a:pt x="126976" y="974870"/>
                </a:cubicBezTo>
                <a:cubicBezTo>
                  <a:pt x="126976" y="974870"/>
                  <a:pt x="126976" y="974870"/>
                  <a:pt x="115095" y="985385"/>
                </a:cubicBezTo>
                <a:cubicBezTo>
                  <a:pt x="106184" y="994398"/>
                  <a:pt x="106184" y="1009420"/>
                  <a:pt x="115095" y="1018433"/>
                </a:cubicBezTo>
                <a:cubicBezTo>
                  <a:pt x="115095" y="1018433"/>
                  <a:pt x="115095" y="1018433"/>
                  <a:pt x="126976" y="1030450"/>
                </a:cubicBezTo>
                <a:cubicBezTo>
                  <a:pt x="135886" y="1039463"/>
                  <a:pt x="135886" y="1054484"/>
                  <a:pt x="126976" y="1063497"/>
                </a:cubicBezTo>
                <a:cubicBezTo>
                  <a:pt x="118065" y="1072510"/>
                  <a:pt x="103214" y="1072510"/>
                  <a:pt x="94304" y="1063497"/>
                </a:cubicBezTo>
                <a:cubicBezTo>
                  <a:pt x="94304" y="1063497"/>
                  <a:pt x="94304" y="1063497"/>
                  <a:pt x="82423" y="1051480"/>
                </a:cubicBezTo>
                <a:cubicBezTo>
                  <a:pt x="73512" y="1042467"/>
                  <a:pt x="58662" y="1042467"/>
                  <a:pt x="49751" y="1051480"/>
                </a:cubicBezTo>
                <a:cubicBezTo>
                  <a:pt x="49751" y="1051480"/>
                  <a:pt x="49751" y="1051480"/>
                  <a:pt x="39355" y="1063497"/>
                </a:cubicBezTo>
                <a:cubicBezTo>
                  <a:pt x="30445" y="1072510"/>
                  <a:pt x="15594" y="1072510"/>
                  <a:pt x="6684" y="1063497"/>
                </a:cubicBezTo>
                <a:cubicBezTo>
                  <a:pt x="-2227" y="1054484"/>
                  <a:pt x="-2227" y="1039463"/>
                  <a:pt x="6684" y="1030450"/>
                </a:cubicBezTo>
                <a:cubicBezTo>
                  <a:pt x="6684" y="1030450"/>
                  <a:pt x="6684" y="1030450"/>
                  <a:pt x="17079" y="1018433"/>
                </a:cubicBezTo>
                <a:cubicBezTo>
                  <a:pt x="25990" y="1009420"/>
                  <a:pt x="25990" y="994398"/>
                  <a:pt x="17079" y="985385"/>
                </a:cubicBezTo>
                <a:cubicBezTo>
                  <a:pt x="17079" y="985385"/>
                  <a:pt x="17079" y="985385"/>
                  <a:pt x="6684" y="974870"/>
                </a:cubicBezTo>
                <a:cubicBezTo>
                  <a:pt x="-2227" y="965857"/>
                  <a:pt x="-2227" y="950836"/>
                  <a:pt x="6684" y="941823"/>
                </a:cubicBezTo>
                <a:cubicBezTo>
                  <a:pt x="11139" y="937316"/>
                  <a:pt x="17079" y="935063"/>
                  <a:pt x="23020" y="935063"/>
                </a:cubicBezTo>
                <a:close/>
                <a:moveTo>
                  <a:pt x="237623" y="801713"/>
                </a:moveTo>
                <a:cubicBezTo>
                  <a:pt x="243631" y="801713"/>
                  <a:pt x="249640" y="803966"/>
                  <a:pt x="254146" y="808473"/>
                </a:cubicBezTo>
                <a:cubicBezTo>
                  <a:pt x="254146" y="808473"/>
                  <a:pt x="254146" y="808473"/>
                  <a:pt x="264661" y="818988"/>
                </a:cubicBezTo>
                <a:cubicBezTo>
                  <a:pt x="273674" y="828001"/>
                  <a:pt x="288696" y="828001"/>
                  <a:pt x="297709" y="818988"/>
                </a:cubicBezTo>
                <a:cubicBezTo>
                  <a:pt x="297709" y="818988"/>
                  <a:pt x="297709" y="818988"/>
                  <a:pt x="309726" y="808473"/>
                </a:cubicBezTo>
                <a:cubicBezTo>
                  <a:pt x="318739" y="799460"/>
                  <a:pt x="332258" y="799460"/>
                  <a:pt x="341271" y="808473"/>
                </a:cubicBezTo>
                <a:cubicBezTo>
                  <a:pt x="351786" y="817486"/>
                  <a:pt x="351786" y="832507"/>
                  <a:pt x="341271" y="841520"/>
                </a:cubicBezTo>
                <a:cubicBezTo>
                  <a:pt x="341271" y="841520"/>
                  <a:pt x="341271" y="841520"/>
                  <a:pt x="330756" y="852035"/>
                </a:cubicBezTo>
                <a:cubicBezTo>
                  <a:pt x="321743" y="861048"/>
                  <a:pt x="321743" y="876070"/>
                  <a:pt x="330756" y="885083"/>
                </a:cubicBezTo>
                <a:cubicBezTo>
                  <a:pt x="330756" y="885083"/>
                  <a:pt x="330756" y="885083"/>
                  <a:pt x="341271" y="897100"/>
                </a:cubicBezTo>
                <a:cubicBezTo>
                  <a:pt x="351786" y="906113"/>
                  <a:pt x="351786" y="919632"/>
                  <a:pt x="341271" y="928645"/>
                </a:cubicBezTo>
                <a:cubicBezTo>
                  <a:pt x="332258" y="939160"/>
                  <a:pt x="318739" y="939160"/>
                  <a:pt x="309726" y="928645"/>
                </a:cubicBezTo>
                <a:cubicBezTo>
                  <a:pt x="309726" y="928645"/>
                  <a:pt x="309726" y="928645"/>
                  <a:pt x="297709" y="918130"/>
                </a:cubicBezTo>
                <a:cubicBezTo>
                  <a:pt x="288696" y="909117"/>
                  <a:pt x="273674" y="909117"/>
                  <a:pt x="264661" y="918130"/>
                </a:cubicBezTo>
                <a:cubicBezTo>
                  <a:pt x="264661" y="918130"/>
                  <a:pt x="264661" y="918130"/>
                  <a:pt x="254146" y="928645"/>
                </a:cubicBezTo>
                <a:cubicBezTo>
                  <a:pt x="245133" y="939160"/>
                  <a:pt x="230112" y="939160"/>
                  <a:pt x="221099" y="928645"/>
                </a:cubicBezTo>
                <a:cubicBezTo>
                  <a:pt x="212086" y="919632"/>
                  <a:pt x="212086" y="906113"/>
                  <a:pt x="221099" y="897100"/>
                </a:cubicBezTo>
                <a:cubicBezTo>
                  <a:pt x="221099" y="897100"/>
                  <a:pt x="221099" y="897100"/>
                  <a:pt x="231614" y="885083"/>
                </a:cubicBezTo>
                <a:cubicBezTo>
                  <a:pt x="240627" y="876070"/>
                  <a:pt x="240627" y="861048"/>
                  <a:pt x="231614" y="852035"/>
                </a:cubicBezTo>
                <a:cubicBezTo>
                  <a:pt x="231614" y="852035"/>
                  <a:pt x="231614" y="852035"/>
                  <a:pt x="221099" y="841520"/>
                </a:cubicBezTo>
                <a:cubicBezTo>
                  <a:pt x="212086" y="832507"/>
                  <a:pt x="212086" y="817486"/>
                  <a:pt x="221099" y="808473"/>
                </a:cubicBezTo>
                <a:cubicBezTo>
                  <a:pt x="225606" y="803966"/>
                  <a:pt x="231614" y="801713"/>
                  <a:pt x="237623" y="801713"/>
                </a:cubicBezTo>
                <a:close/>
                <a:moveTo>
                  <a:pt x="23020" y="666775"/>
                </a:moveTo>
                <a:cubicBezTo>
                  <a:pt x="28960" y="666775"/>
                  <a:pt x="34900" y="669028"/>
                  <a:pt x="39355" y="673535"/>
                </a:cubicBezTo>
                <a:cubicBezTo>
                  <a:pt x="39355" y="673535"/>
                  <a:pt x="39355" y="673535"/>
                  <a:pt x="49751" y="685552"/>
                </a:cubicBezTo>
                <a:cubicBezTo>
                  <a:pt x="58662" y="694565"/>
                  <a:pt x="73512" y="694565"/>
                  <a:pt x="82423" y="685552"/>
                </a:cubicBezTo>
                <a:cubicBezTo>
                  <a:pt x="82423" y="685552"/>
                  <a:pt x="82423" y="685552"/>
                  <a:pt x="94304" y="673535"/>
                </a:cubicBezTo>
                <a:cubicBezTo>
                  <a:pt x="103214" y="664522"/>
                  <a:pt x="118065" y="664522"/>
                  <a:pt x="126976" y="673535"/>
                </a:cubicBezTo>
                <a:cubicBezTo>
                  <a:pt x="135886" y="684050"/>
                  <a:pt x="135886" y="697569"/>
                  <a:pt x="126976" y="706582"/>
                </a:cubicBezTo>
                <a:cubicBezTo>
                  <a:pt x="126976" y="706582"/>
                  <a:pt x="126976" y="706582"/>
                  <a:pt x="115095" y="718599"/>
                </a:cubicBezTo>
                <a:cubicBezTo>
                  <a:pt x="106184" y="727612"/>
                  <a:pt x="106184" y="742634"/>
                  <a:pt x="115095" y="751647"/>
                </a:cubicBezTo>
                <a:cubicBezTo>
                  <a:pt x="115095" y="751647"/>
                  <a:pt x="115095" y="751647"/>
                  <a:pt x="126976" y="762162"/>
                </a:cubicBezTo>
                <a:cubicBezTo>
                  <a:pt x="135886" y="771175"/>
                  <a:pt x="135886" y="786196"/>
                  <a:pt x="126976" y="795209"/>
                </a:cubicBezTo>
                <a:cubicBezTo>
                  <a:pt x="118065" y="804222"/>
                  <a:pt x="103214" y="804222"/>
                  <a:pt x="94304" y="795209"/>
                </a:cubicBezTo>
                <a:cubicBezTo>
                  <a:pt x="94304" y="795209"/>
                  <a:pt x="94304" y="795209"/>
                  <a:pt x="82423" y="784694"/>
                </a:cubicBezTo>
                <a:cubicBezTo>
                  <a:pt x="73512" y="775681"/>
                  <a:pt x="58662" y="775681"/>
                  <a:pt x="49751" y="784694"/>
                </a:cubicBezTo>
                <a:cubicBezTo>
                  <a:pt x="49751" y="784694"/>
                  <a:pt x="49751" y="784694"/>
                  <a:pt x="39355" y="795209"/>
                </a:cubicBezTo>
                <a:cubicBezTo>
                  <a:pt x="30445" y="804222"/>
                  <a:pt x="15594" y="804222"/>
                  <a:pt x="6684" y="795209"/>
                </a:cubicBezTo>
                <a:cubicBezTo>
                  <a:pt x="-2227" y="786196"/>
                  <a:pt x="-2227" y="771175"/>
                  <a:pt x="6684" y="762162"/>
                </a:cubicBezTo>
                <a:cubicBezTo>
                  <a:pt x="6684" y="762162"/>
                  <a:pt x="6684" y="762162"/>
                  <a:pt x="17079" y="751647"/>
                </a:cubicBezTo>
                <a:cubicBezTo>
                  <a:pt x="25990" y="742634"/>
                  <a:pt x="25990" y="727612"/>
                  <a:pt x="17079" y="718599"/>
                </a:cubicBezTo>
                <a:cubicBezTo>
                  <a:pt x="17079" y="718599"/>
                  <a:pt x="17079" y="718599"/>
                  <a:pt x="6684" y="706582"/>
                </a:cubicBezTo>
                <a:cubicBezTo>
                  <a:pt x="-2227" y="697569"/>
                  <a:pt x="-2227" y="684050"/>
                  <a:pt x="6684" y="673535"/>
                </a:cubicBezTo>
                <a:cubicBezTo>
                  <a:pt x="11139" y="669028"/>
                  <a:pt x="17079" y="666775"/>
                  <a:pt x="23020" y="666775"/>
                </a:cubicBezTo>
                <a:close/>
                <a:moveTo>
                  <a:pt x="237623" y="533425"/>
                </a:moveTo>
                <a:cubicBezTo>
                  <a:pt x="243631" y="533425"/>
                  <a:pt x="249640" y="535678"/>
                  <a:pt x="254146" y="540185"/>
                </a:cubicBezTo>
                <a:cubicBezTo>
                  <a:pt x="254146" y="540185"/>
                  <a:pt x="254146" y="540185"/>
                  <a:pt x="264661" y="552202"/>
                </a:cubicBezTo>
                <a:cubicBezTo>
                  <a:pt x="273674" y="561215"/>
                  <a:pt x="288696" y="561215"/>
                  <a:pt x="297709" y="552202"/>
                </a:cubicBezTo>
                <a:cubicBezTo>
                  <a:pt x="297709" y="552202"/>
                  <a:pt x="297709" y="552202"/>
                  <a:pt x="309726" y="540185"/>
                </a:cubicBezTo>
                <a:cubicBezTo>
                  <a:pt x="318739" y="531172"/>
                  <a:pt x="332258" y="531172"/>
                  <a:pt x="341271" y="540185"/>
                </a:cubicBezTo>
                <a:cubicBezTo>
                  <a:pt x="351786" y="549198"/>
                  <a:pt x="351786" y="564219"/>
                  <a:pt x="341271" y="573232"/>
                </a:cubicBezTo>
                <a:cubicBezTo>
                  <a:pt x="341271" y="573232"/>
                  <a:pt x="341271" y="573232"/>
                  <a:pt x="330756" y="585249"/>
                </a:cubicBezTo>
                <a:cubicBezTo>
                  <a:pt x="321743" y="594262"/>
                  <a:pt x="321743" y="607782"/>
                  <a:pt x="330756" y="618297"/>
                </a:cubicBezTo>
                <a:cubicBezTo>
                  <a:pt x="330756" y="618297"/>
                  <a:pt x="330756" y="618297"/>
                  <a:pt x="341271" y="628812"/>
                </a:cubicBezTo>
                <a:cubicBezTo>
                  <a:pt x="351786" y="637825"/>
                  <a:pt x="351786" y="652846"/>
                  <a:pt x="341271" y="661859"/>
                </a:cubicBezTo>
                <a:cubicBezTo>
                  <a:pt x="332258" y="670872"/>
                  <a:pt x="318739" y="670872"/>
                  <a:pt x="309726" y="661859"/>
                </a:cubicBezTo>
                <a:cubicBezTo>
                  <a:pt x="309726" y="661859"/>
                  <a:pt x="309726" y="661859"/>
                  <a:pt x="297709" y="649842"/>
                </a:cubicBezTo>
                <a:cubicBezTo>
                  <a:pt x="288696" y="640829"/>
                  <a:pt x="273674" y="640829"/>
                  <a:pt x="264661" y="649842"/>
                </a:cubicBezTo>
                <a:cubicBezTo>
                  <a:pt x="264661" y="649842"/>
                  <a:pt x="264661" y="649842"/>
                  <a:pt x="254146" y="661859"/>
                </a:cubicBezTo>
                <a:cubicBezTo>
                  <a:pt x="245133" y="670872"/>
                  <a:pt x="230112" y="670872"/>
                  <a:pt x="221099" y="661859"/>
                </a:cubicBezTo>
                <a:cubicBezTo>
                  <a:pt x="212086" y="652846"/>
                  <a:pt x="212086" y="637825"/>
                  <a:pt x="221099" y="628812"/>
                </a:cubicBezTo>
                <a:cubicBezTo>
                  <a:pt x="221099" y="628812"/>
                  <a:pt x="221099" y="628812"/>
                  <a:pt x="231614" y="618297"/>
                </a:cubicBezTo>
                <a:cubicBezTo>
                  <a:pt x="240627" y="607782"/>
                  <a:pt x="240627" y="594262"/>
                  <a:pt x="231614" y="585249"/>
                </a:cubicBezTo>
                <a:cubicBezTo>
                  <a:pt x="231614" y="585249"/>
                  <a:pt x="231614" y="585249"/>
                  <a:pt x="221099" y="573232"/>
                </a:cubicBezTo>
                <a:cubicBezTo>
                  <a:pt x="212086" y="564219"/>
                  <a:pt x="212086" y="549198"/>
                  <a:pt x="221099" y="540185"/>
                </a:cubicBezTo>
                <a:cubicBezTo>
                  <a:pt x="225606" y="535678"/>
                  <a:pt x="231614" y="533425"/>
                  <a:pt x="237623" y="533425"/>
                </a:cubicBezTo>
                <a:close/>
                <a:moveTo>
                  <a:pt x="110640" y="400075"/>
                </a:moveTo>
                <a:cubicBezTo>
                  <a:pt x="116580" y="400075"/>
                  <a:pt x="122520" y="402328"/>
                  <a:pt x="126976" y="406835"/>
                </a:cubicBezTo>
                <a:cubicBezTo>
                  <a:pt x="135886" y="415848"/>
                  <a:pt x="135886" y="430869"/>
                  <a:pt x="126976" y="439882"/>
                </a:cubicBezTo>
                <a:cubicBezTo>
                  <a:pt x="126976" y="439882"/>
                  <a:pt x="126976" y="439882"/>
                  <a:pt x="115095" y="450397"/>
                </a:cubicBezTo>
                <a:cubicBezTo>
                  <a:pt x="106184" y="459410"/>
                  <a:pt x="106184" y="474432"/>
                  <a:pt x="115095" y="483445"/>
                </a:cubicBezTo>
                <a:cubicBezTo>
                  <a:pt x="115095" y="483445"/>
                  <a:pt x="115095" y="483445"/>
                  <a:pt x="126976" y="495462"/>
                </a:cubicBezTo>
                <a:cubicBezTo>
                  <a:pt x="135886" y="504475"/>
                  <a:pt x="135886" y="519496"/>
                  <a:pt x="126976" y="528509"/>
                </a:cubicBezTo>
                <a:cubicBezTo>
                  <a:pt x="118065" y="537522"/>
                  <a:pt x="103214" y="537522"/>
                  <a:pt x="94304" y="528509"/>
                </a:cubicBezTo>
                <a:cubicBezTo>
                  <a:pt x="94304" y="528509"/>
                  <a:pt x="94304" y="528509"/>
                  <a:pt x="82423" y="516492"/>
                </a:cubicBezTo>
                <a:cubicBezTo>
                  <a:pt x="73512" y="507479"/>
                  <a:pt x="58662" y="507479"/>
                  <a:pt x="49751" y="516492"/>
                </a:cubicBezTo>
                <a:cubicBezTo>
                  <a:pt x="49751" y="516492"/>
                  <a:pt x="49751" y="516492"/>
                  <a:pt x="39355" y="528509"/>
                </a:cubicBezTo>
                <a:cubicBezTo>
                  <a:pt x="30445" y="537522"/>
                  <a:pt x="15594" y="537522"/>
                  <a:pt x="6684" y="528509"/>
                </a:cubicBezTo>
                <a:cubicBezTo>
                  <a:pt x="-2227" y="519496"/>
                  <a:pt x="-2227" y="504475"/>
                  <a:pt x="6684" y="495462"/>
                </a:cubicBezTo>
                <a:cubicBezTo>
                  <a:pt x="6684" y="495462"/>
                  <a:pt x="6684" y="495462"/>
                  <a:pt x="17079" y="483445"/>
                </a:cubicBezTo>
                <a:cubicBezTo>
                  <a:pt x="25990" y="474432"/>
                  <a:pt x="25990" y="459410"/>
                  <a:pt x="17079" y="450397"/>
                </a:cubicBezTo>
                <a:cubicBezTo>
                  <a:pt x="17079" y="450397"/>
                  <a:pt x="17079" y="450397"/>
                  <a:pt x="6684" y="439882"/>
                </a:cubicBezTo>
                <a:cubicBezTo>
                  <a:pt x="-2227" y="430869"/>
                  <a:pt x="-2227" y="415848"/>
                  <a:pt x="6684" y="406835"/>
                </a:cubicBezTo>
                <a:cubicBezTo>
                  <a:pt x="11139" y="402328"/>
                  <a:pt x="17079" y="400075"/>
                  <a:pt x="23020" y="400075"/>
                </a:cubicBezTo>
                <a:cubicBezTo>
                  <a:pt x="28960" y="400075"/>
                  <a:pt x="34900" y="402328"/>
                  <a:pt x="39355" y="406835"/>
                </a:cubicBezTo>
                <a:cubicBezTo>
                  <a:pt x="39355" y="406835"/>
                  <a:pt x="39355" y="406835"/>
                  <a:pt x="49751" y="417350"/>
                </a:cubicBezTo>
                <a:cubicBezTo>
                  <a:pt x="58662" y="427865"/>
                  <a:pt x="73512" y="427865"/>
                  <a:pt x="82423" y="417350"/>
                </a:cubicBezTo>
                <a:cubicBezTo>
                  <a:pt x="82423" y="417350"/>
                  <a:pt x="82423" y="417350"/>
                  <a:pt x="94304" y="406835"/>
                </a:cubicBezTo>
                <a:cubicBezTo>
                  <a:pt x="98759" y="402328"/>
                  <a:pt x="104699" y="400075"/>
                  <a:pt x="110640" y="400075"/>
                </a:cubicBezTo>
                <a:close/>
                <a:moveTo>
                  <a:pt x="237623" y="266725"/>
                </a:moveTo>
                <a:cubicBezTo>
                  <a:pt x="243631" y="266725"/>
                  <a:pt x="249640" y="268978"/>
                  <a:pt x="254146" y="273485"/>
                </a:cubicBezTo>
                <a:cubicBezTo>
                  <a:pt x="254146" y="273485"/>
                  <a:pt x="254146" y="273485"/>
                  <a:pt x="264661" y="284000"/>
                </a:cubicBezTo>
                <a:cubicBezTo>
                  <a:pt x="273674" y="293013"/>
                  <a:pt x="288696" y="293013"/>
                  <a:pt x="297709" y="284000"/>
                </a:cubicBezTo>
                <a:cubicBezTo>
                  <a:pt x="297709" y="284000"/>
                  <a:pt x="297709" y="284000"/>
                  <a:pt x="309726" y="273485"/>
                </a:cubicBezTo>
                <a:cubicBezTo>
                  <a:pt x="318739" y="264472"/>
                  <a:pt x="332258" y="264472"/>
                  <a:pt x="341271" y="273485"/>
                </a:cubicBezTo>
                <a:cubicBezTo>
                  <a:pt x="351786" y="282498"/>
                  <a:pt x="351786" y="297519"/>
                  <a:pt x="341271" y="306532"/>
                </a:cubicBezTo>
                <a:cubicBezTo>
                  <a:pt x="341271" y="306532"/>
                  <a:pt x="341271" y="306532"/>
                  <a:pt x="330756" y="317047"/>
                </a:cubicBezTo>
                <a:cubicBezTo>
                  <a:pt x="321743" y="326060"/>
                  <a:pt x="321743" y="341082"/>
                  <a:pt x="330756" y="350095"/>
                </a:cubicBezTo>
                <a:cubicBezTo>
                  <a:pt x="330756" y="350095"/>
                  <a:pt x="330756" y="350095"/>
                  <a:pt x="341271" y="362112"/>
                </a:cubicBezTo>
                <a:cubicBezTo>
                  <a:pt x="351786" y="371125"/>
                  <a:pt x="351786" y="384644"/>
                  <a:pt x="341271" y="393657"/>
                </a:cubicBezTo>
                <a:cubicBezTo>
                  <a:pt x="332258" y="404172"/>
                  <a:pt x="318739" y="404172"/>
                  <a:pt x="309726" y="393657"/>
                </a:cubicBezTo>
                <a:cubicBezTo>
                  <a:pt x="309726" y="393657"/>
                  <a:pt x="309726" y="393657"/>
                  <a:pt x="297709" y="383142"/>
                </a:cubicBezTo>
                <a:cubicBezTo>
                  <a:pt x="288696" y="374129"/>
                  <a:pt x="273674" y="374129"/>
                  <a:pt x="264661" y="383142"/>
                </a:cubicBezTo>
                <a:cubicBezTo>
                  <a:pt x="264661" y="383142"/>
                  <a:pt x="264661" y="383142"/>
                  <a:pt x="254146" y="393657"/>
                </a:cubicBezTo>
                <a:cubicBezTo>
                  <a:pt x="245133" y="404172"/>
                  <a:pt x="230112" y="404172"/>
                  <a:pt x="221099" y="393657"/>
                </a:cubicBezTo>
                <a:cubicBezTo>
                  <a:pt x="212086" y="384644"/>
                  <a:pt x="212086" y="371125"/>
                  <a:pt x="221099" y="362112"/>
                </a:cubicBezTo>
                <a:cubicBezTo>
                  <a:pt x="221099" y="362112"/>
                  <a:pt x="221099" y="362112"/>
                  <a:pt x="231614" y="350095"/>
                </a:cubicBezTo>
                <a:cubicBezTo>
                  <a:pt x="240627" y="341082"/>
                  <a:pt x="240627" y="326060"/>
                  <a:pt x="231614" y="317047"/>
                </a:cubicBezTo>
                <a:cubicBezTo>
                  <a:pt x="231614" y="317047"/>
                  <a:pt x="231614" y="317047"/>
                  <a:pt x="221099" y="306532"/>
                </a:cubicBezTo>
                <a:cubicBezTo>
                  <a:pt x="212086" y="297519"/>
                  <a:pt x="212086" y="282498"/>
                  <a:pt x="221099" y="273485"/>
                </a:cubicBezTo>
                <a:cubicBezTo>
                  <a:pt x="225606" y="268978"/>
                  <a:pt x="231614" y="266725"/>
                  <a:pt x="237623" y="266725"/>
                </a:cubicBezTo>
                <a:close/>
                <a:moveTo>
                  <a:pt x="23020" y="131788"/>
                </a:moveTo>
                <a:cubicBezTo>
                  <a:pt x="28960" y="131788"/>
                  <a:pt x="34900" y="134041"/>
                  <a:pt x="39355" y="138548"/>
                </a:cubicBezTo>
                <a:cubicBezTo>
                  <a:pt x="39355" y="138548"/>
                  <a:pt x="39355" y="138548"/>
                  <a:pt x="49751" y="150565"/>
                </a:cubicBezTo>
                <a:cubicBezTo>
                  <a:pt x="58662" y="159578"/>
                  <a:pt x="73512" y="159578"/>
                  <a:pt x="82423" y="150565"/>
                </a:cubicBezTo>
                <a:cubicBezTo>
                  <a:pt x="82423" y="150565"/>
                  <a:pt x="82423" y="150565"/>
                  <a:pt x="94304" y="138548"/>
                </a:cubicBezTo>
                <a:cubicBezTo>
                  <a:pt x="103214" y="129535"/>
                  <a:pt x="118065" y="129535"/>
                  <a:pt x="126976" y="138548"/>
                </a:cubicBezTo>
                <a:cubicBezTo>
                  <a:pt x="135886" y="149063"/>
                  <a:pt x="135886" y="162582"/>
                  <a:pt x="126976" y="171595"/>
                </a:cubicBezTo>
                <a:cubicBezTo>
                  <a:pt x="126976" y="171595"/>
                  <a:pt x="126976" y="171595"/>
                  <a:pt x="115095" y="183612"/>
                </a:cubicBezTo>
                <a:cubicBezTo>
                  <a:pt x="106184" y="192625"/>
                  <a:pt x="106184" y="207647"/>
                  <a:pt x="115095" y="216660"/>
                </a:cubicBezTo>
                <a:cubicBezTo>
                  <a:pt x="115095" y="216660"/>
                  <a:pt x="115095" y="216660"/>
                  <a:pt x="126976" y="227175"/>
                </a:cubicBezTo>
                <a:cubicBezTo>
                  <a:pt x="135886" y="236188"/>
                  <a:pt x="135886" y="251209"/>
                  <a:pt x="126976" y="260222"/>
                </a:cubicBezTo>
                <a:cubicBezTo>
                  <a:pt x="118065" y="269235"/>
                  <a:pt x="103214" y="269235"/>
                  <a:pt x="94304" y="260222"/>
                </a:cubicBezTo>
                <a:cubicBezTo>
                  <a:pt x="94304" y="260222"/>
                  <a:pt x="94304" y="260222"/>
                  <a:pt x="82423" y="249707"/>
                </a:cubicBezTo>
                <a:cubicBezTo>
                  <a:pt x="73512" y="240694"/>
                  <a:pt x="58662" y="240694"/>
                  <a:pt x="49751" y="249707"/>
                </a:cubicBezTo>
                <a:cubicBezTo>
                  <a:pt x="49751" y="249707"/>
                  <a:pt x="49751" y="249707"/>
                  <a:pt x="39355" y="260222"/>
                </a:cubicBezTo>
                <a:cubicBezTo>
                  <a:pt x="30445" y="269235"/>
                  <a:pt x="15594" y="269235"/>
                  <a:pt x="6684" y="260222"/>
                </a:cubicBezTo>
                <a:cubicBezTo>
                  <a:pt x="-2227" y="251209"/>
                  <a:pt x="-2227" y="236188"/>
                  <a:pt x="6684" y="227175"/>
                </a:cubicBezTo>
                <a:cubicBezTo>
                  <a:pt x="6684" y="227175"/>
                  <a:pt x="6684" y="227175"/>
                  <a:pt x="17079" y="216660"/>
                </a:cubicBezTo>
                <a:cubicBezTo>
                  <a:pt x="25990" y="207647"/>
                  <a:pt x="25990" y="192625"/>
                  <a:pt x="17079" y="183612"/>
                </a:cubicBezTo>
                <a:cubicBezTo>
                  <a:pt x="17079" y="183612"/>
                  <a:pt x="17079" y="183612"/>
                  <a:pt x="6684" y="171595"/>
                </a:cubicBezTo>
                <a:cubicBezTo>
                  <a:pt x="-2227" y="162582"/>
                  <a:pt x="-2227" y="149063"/>
                  <a:pt x="6684" y="138548"/>
                </a:cubicBezTo>
                <a:cubicBezTo>
                  <a:pt x="11139" y="134041"/>
                  <a:pt x="17079" y="131788"/>
                  <a:pt x="23020" y="131788"/>
                </a:cubicBezTo>
                <a:close/>
                <a:moveTo>
                  <a:pt x="237623" y="0"/>
                </a:moveTo>
                <a:cubicBezTo>
                  <a:pt x="243631" y="0"/>
                  <a:pt x="249640" y="2227"/>
                  <a:pt x="254146" y="6683"/>
                </a:cubicBezTo>
                <a:cubicBezTo>
                  <a:pt x="254146" y="6683"/>
                  <a:pt x="254146" y="6683"/>
                  <a:pt x="264661" y="18563"/>
                </a:cubicBezTo>
                <a:cubicBezTo>
                  <a:pt x="273674" y="27474"/>
                  <a:pt x="288696" y="27474"/>
                  <a:pt x="297709" y="18563"/>
                </a:cubicBezTo>
                <a:cubicBezTo>
                  <a:pt x="297709" y="18563"/>
                  <a:pt x="297709" y="18563"/>
                  <a:pt x="309726" y="6683"/>
                </a:cubicBezTo>
                <a:cubicBezTo>
                  <a:pt x="318739" y="-2228"/>
                  <a:pt x="332258" y="-2228"/>
                  <a:pt x="341271" y="6683"/>
                </a:cubicBezTo>
                <a:cubicBezTo>
                  <a:pt x="351786" y="15593"/>
                  <a:pt x="351786" y="30444"/>
                  <a:pt x="341271" y="39355"/>
                </a:cubicBezTo>
                <a:cubicBezTo>
                  <a:pt x="341271" y="39355"/>
                  <a:pt x="341271" y="39355"/>
                  <a:pt x="330756" y="51235"/>
                </a:cubicBezTo>
                <a:cubicBezTo>
                  <a:pt x="321743" y="60146"/>
                  <a:pt x="321743" y="74997"/>
                  <a:pt x="330756" y="83907"/>
                </a:cubicBezTo>
                <a:cubicBezTo>
                  <a:pt x="330756" y="83907"/>
                  <a:pt x="330756" y="83907"/>
                  <a:pt x="341271" y="94303"/>
                </a:cubicBezTo>
                <a:cubicBezTo>
                  <a:pt x="351786" y="103213"/>
                  <a:pt x="351786" y="118064"/>
                  <a:pt x="341271" y="126975"/>
                </a:cubicBezTo>
                <a:cubicBezTo>
                  <a:pt x="332258" y="135885"/>
                  <a:pt x="318739" y="135885"/>
                  <a:pt x="309726" y="126975"/>
                </a:cubicBezTo>
                <a:cubicBezTo>
                  <a:pt x="309726" y="126975"/>
                  <a:pt x="309726" y="126975"/>
                  <a:pt x="297709" y="116579"/>
                </a:cubicBezTo>
                <a:cubicBezTo>
                  <a:pt x="288696" y="106183"/>
                  <a:pt x="273674" y="106183"/>
                  <a:pt x="264661" y="116579"/>
                </a:cubicBezTo>
                <a:cubicBezTo>
                  <a:pt x="264661" y="116579"/>
                  <a:pt x="264661" y="116579"/>
                  <a:pt x="254146" y="126975"/>
                </a:cubicBezTo>
                <a:cubicBezTo>
                  <a:pt x="245133" y="135885"/>
                  <a:pt x="230112" y="135885"/>
                  <a:pt x="221099" y="126975"/>
                </a:cubicBezTo>
                <a:cubicBezTo>
                  <a:pt x="212086" y="118064"/>
                  <a:pt x="212086" y="103213"/>
                  <a:pt x="221099" y="94303"/>
                </a:cubicBezTo>
                <a:cubicBezTo>
                  <a:pt x="221099" y="94303"/>
                  <a:pt x="221099" y="94303"/>
                  <a:pt x="231614" y="83907"/>
                </a:cubicBezTo>
                <a:cubicBezTo>
                  <a:pt x="240627" y="74997"/>
                  <a:pt x="240627" y="60146"/>
                  <a:pt x="231614" y="51235"/>
                </a:cubicBezTo>
                <a:cubicBezTo>
                  <a:pt x="231614" y="51235"/>
                  <a:pt x="231614" y="51235"/>
                  <a:pt x="221099" y="39355"/>
                </a:cubicBezTo>
                <a:cubicBezTo>
                  <a:pt x="212086" y="30444"/>
                  <a:pt x="212086" y="15593"/>
                  <a:pt x="221099" y="6683"/>
                </a:cubicBezTo>
                <a:cubicBezTo>
                  <a:pt x="225606" y="2227"/>
                  <a:pt x="231614" y="0"/>
                  <a:pt x="237623" y="0"/>
                </a:cubicBezTo>
                <a:close/>
              </a:path>
            </a:pathLst>
          </a:custGeom>
          <a:solidFill>
            <a:schemeClr val="accent1"/>
          </a:solidFill>
          <a:ln>
            <a:noFill/>
          </a:ln>
        </p:spPr>
        <p:txBody>
          <a:bodyPr vert="horz" wrap="square" lIns="91440" tIns="45720" rIns="91440" bIns="45720" numCol="1"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微软雅黑"/>
              <a:ea typeface="微软雅黑"/>
              <a:cs typeface="Arial"/>
            </a:endParaRPr>
          </a:p>
        </p:txBody>
      </p:sp>
      <p:sp>
        <p:nvSpPr>
          <p:cNvPr id="22" name="任意多边形: 形状 21">
            <a:extLst>
              <a:ext uri="{FF2B5EF4-FFF2-40B4-BE49-F238E27FC236}">
                <a16:creationId xmlns:a16="http://schemas.microsoft.com/office/drawing/2014/main" id="{0AD80BD0-9B23-90CB-F50B-8747DFB9052A}"/>
              </a:ext>
            </a:extLst>
          </p:cNvPr>
          <p:cNvSpPr/>
          <p:nvPr/>
        </p:nvSpPr>
        <p:spPr>
          <a:xfrm flipH="1" flipV="1">
            <a:off x="11098051" y="6044970"/>
            <a:ext cx="720000" cy="333316"/>
          </a:xfrm>
          <a:custGeom>
            <a:avLst/>
            <a:gdLst>
              <a:gd name="connsiteX0" fmla="*/ 505104 w 1010208"/>
              <a:gd name="connsiteY0" fmla="*/ 359664 h 467664"/>
              <a:gd name="connsiteX1" fmla="*/ 559104 w 1010208"/>
              <a:gd name="connsiteY1" fmla="*/ 413664 h 467664"/>
              <a:gd name="connsiteX2" fmla="*/ 505104 w 1010208"/>
              <a:gd name="connsiteY2" fmla="*/ 467664 h 467664"/>
              <a:gd name="connsiteX3" fmla="*/ 451104 w 1010208"/>
              <a:gd name="connsiteY3" fmla="*/ 413664 h 467664"/>
              <a:gd name="connsiteX4" fmla="*/ 505104 w 1010208"/>
              <a:gd name="connsiteY4" fmla="*/ 359664 h 467664"/>
              <a:gd name="connsiteX5" fmla="*/ 279552 w 1010208"/>
              <a:gd name="connsiteY5" fmla="*/ 359664 h 467664"/>
              <a:gd name="connsiteX6" fmla="*/ 333552 w 1010208"/>
              <a:gd name="connsiteY6" fmla="*/ 413664 h 467664"/>
              <a:gd name="connsiteX7" fmla="*/ 279552 w 1010208"/>
              <a:gd name="connsiteY7" fmla="*/ 467664 h 467664"/>
              <a:gd name="connsiteX8" fmla="*/ 225552 w 1010208"/>
              <a:gd name="connsiteY8" fmla="*/ 413664 h 467664"/>
              <a:gd name="connsiteX9" fmla="*/ 279552 w 1010208"/>
              <a:gd name="connsiteY9" fmla="*/ 359664 h 467664"/>
              <a:gd name="connsiteX10" fmla="*/ 54000 w 1010208"/>
              <a:gd name="connsiteY10" fmla="*/ 359664 h 467664"/>
              <a:gd name="connsiteX11" fmla="*/ 108000 w 1010208"/>
              <a:gd name="connsiteY11" fmla="*/ 413664 h 467664"/>
              <a:gd name="connsiteX12" fmla="*/ 54000 w 1010208"/>
              <a:gd name="connsiteY12" fmla="*/ 467664 h 467664"/>
              <a:gd name="connsiteX13" fmla="*/ 0 w 1010208"/>
              <a:gd name="connsiteY13" fmla="*/ 413664 h 467664"/>
              <a:gd name="connsiteX14" fmla="*/ 54000 w 1010208"/>
              <a:gd name="connsiteY14" fmla="*/ 359664 h 467664"/>
              <a:gd name="connsiteX15" fmla="*/ 730656 w 1010208"/>
              <a:gd name="connsiteY15" fmla="*/ 179832 h 467664"/>
              <a:gd name="connsiteX16" fmla="*/ 784656 w 1010208"/>
              <a:gd name="connsiteY16" fmla="*/ 233832 h 467664"/>
              <a:gd name="connsiteX17" fmla="*/ 730656 w 1010208"/>
              <a:gd name="connsiteY17" fmla="*/ 287832 h 467664"/>
              <a:gd name="connsiteX18" fmla="*/ 676656 w 1010208"/>
              <a:gd name="connsiteY18" fmla="*/ 233832 h 467664"/>
              <a:gd name="connsiteX19" fmla="*/ 730656 w 1010208"/>
              <a:gd name="connsiteY19" fmla="*/ 179832 h 467664"/>
              <a:gd name="connsiteX20" fmla="*/ 505104 w 1010208"/>
              <a:gd name="connsiteY20" fmla="*/ 179832 h 467664"/>
              <a:gd name="connsiteX21" fmla="*/ 559104 w 1010208"/>
              <a:gd name="connsiteY21" fmla="*/ 233832 h 467664"/>
              <a:gd name="connsiteX22" fmla="*/ 505104 w 1010208"/>
              <a:gd name="connsiteY22" fmla="*/ 287832 h 467664"/>
              <a:gd name="connsiteX23" fmla="*/ 451104 w 1010208"/>
              <a:gd name="connsiteY23" fmla="*/ 233832 h 467664"/>
              <a:gd name="connsiteX24" fmla="*/ 505104 w 1010208"/>
              <a:gd name="connsiteY24" fmla="*/ 179832 h 467664"/>
              <a:gd name="connsiteX25" fmla="*/ 279552 w 1010208"/>
              <a:gd name="connsiteY25" fmla="*/ 179832 h 467664"/>
              <a:gd name="connsiteX26" fmla="*/ 333552 w 1010208"/>
              <a:gd name="connsiteY26" fmla="*/ 233832 h 467664"/>
              <a:gd name="connsiteX27" fmla="*/ 279552 w 1010208"/>
              <a:gd name="connsiteY27" fmla="*/ 287832 h 467664"/>
              <a:gd name="connsiteX28" fmla="*/ 225552 w 1010208"/>
              <a:gd name="connsiteY28" fmla="*/ 233832 h 467664"/>
              <a:gd name="connsiteX29" fmla="*/ 279552 w 1010208"/>
              <a:gd name="connsiteY29" fmla="*/ 179832 h 467664"/>
              <a:gd name="connsiteX30" fmla="*/ 54000 w 1010208"/>
              <a:gd name="connsiteY30" fmla="*/ 179832 h 467664"/>
              <a:gd name="connsiteX31" fmla="*/ 108000 w 1010208"/>
              <a:gd name="connsiteY31" fmla="*/ 233832 h 467664"/>
              <a:gd name="connsiteX32" fmla="*/ 54000 w 1010208"/>
              <a:gd name="connsiteY32" fmla="*/ 287832 h 467664"/>
              <a:gd name="connsiteX33" fmla="*/ 0 w 1010208"/>
              <a:gd name="connsiteY33" fmla="*/ 233832 h 467664"/>
              <a:gd name="connsiteX34" fmla="*/ 54000 w 1010208"/>
              <a:gd name="connsiteY34" fmla="*/ 179832 h 467664"/>
              <a:gd name="connsiteX35" fmla="*/ 956208 w 1010208"/>
              <a:gd name="connsiteY35" fmla="*/ 0 h 467664"/>
              <a:gd name="connsiteX36" fmla="*/ 1010208 w 1010208"/>
              <a:gd name="connsiteY36" fmla="*/ 54000 h 467664"/>
              <a:gd name="connsiteX37" fmla="*/ 956208 w 1010208"/>
              <a:gd name="connsiteY37" fmla="*/ 108000 h 467664"/>
              <a:gd name="connsiteX38" fmla="*/ 902208 w 1010208"/>
              <a:gd name="connsiteY38" fmla="*/ 54000 h 467664"/>
              <a:gd name="connsiteX39" fmla="*/ 956208 w 1010208"/>
              <a:gd name="connsiteY39" fmla="*/ 0 h 467664"/>
              <a:gd name="connsiteX40" fmla="*/ 730656 w 1010208"/>
              <a:gd name="connsiteY40" fmla="*/ 0 h 467664"/>
              <a:gd name="connsiteX41" fmla="*/ 784656 w 1010208"/>
              <a:gd name="connsiteY41" fmla="*/ 54000 h 467664"/>
              <a:gd name="connsiteX42" fmla="*/ 730656 w 1010208"/>
              <a:gd name="connsiteY42" fmla="*/ 108000 h 467664"/>
              <a:gd name="connsiteX43" fmla="*/ 676656 w 1010208"/>
              <a:gd name="connsiteY43" fmla="*/ 54000 h 467664"/>
              <a:gd name="connsiteX44" fmla="*/ 730656 w 1010208"/>
              <a:gd name="connsiteY44" fmla="*/ 0 h 467664"/>
              <a:gd name="connsiteX45" fmla="*/ 505104 w 1010208"/>
              <a:gd name="connsiteY45" fmla="*/ 0 h 467664"/>
              <a:gd name="connsiteX46" fmla="*/ 559104 w 1010208"/>
              <a:gd name="connsiteY46" fmla="*/ 54000 h 467664"/>
              <a:gd name="connsiteX47" fmla="*/ 505104 w 1010208"/>
              <a:gd name="connsiteY47" fmla="*/ 108000 h 467664"/>
              <a:gd name="connsiteX48" fmla="*/ 451104 w 1010208"/>
              <a:gd name="connsiteY48" fmla="*/ 54000 h 467664"/>
              <a:gd name="connsiteX49" fmla="*/ 505104 w 1010208"/>
              <a:gd name="connsiteY49" fmla="*/ 0 h 467664"/>
              <a:gd name="connsiteX50" fmla="*/ 279552 w 1010208"/>
              <a:gd name="connsiteY50" fmla="*/ 0 h 467664"/>
              <a:gd name="connsiteX51" fmla="*/ 333552 w 1010208"/>
              <a:gd name="connsiteY51" fmla="*/ 54000 h 467664"/>
              <a:gd name="connsiteX52" fmla="*/ 279552 w 1010208"/>
              <a:gd name="connsiteY52" fmla="*/ 108000 h 467664"/>
              <a:gd name="connsiteX53" fmla="*/ 225552 w 1010208"/>
              <a:gd name="connsiteY53" fmla="*/ 54000 h 467664"/>
              <a:gd name="connsiteX54" fmla="*/ 279552 w 1010208"/>
              <a:gd name="connsiteY54" fmla="*/ 0 h 467664"/>
              <a:gd name="connsiteX55" fmla="*/ 54000 w 1010208"/>
              <a:gd name="connsiteY55" fmla="*/ 0 h 467664"/>
              <a:gd name="connsiteX56" fmla="*/ 108000 w 1010208"/>
              <a:gd name="connsiteY56" fmla="*/ 54000 h 467664"/>
              <a:gd name="connsiteX57" fmla="*/ 54000 w 1010208"/>
              <a:gd name="connsiteY57" fmla="*/ 108000 h 467664"/>
              <a:gd name="connsiteX58" fmla="*/ 0 w 1010208"/>
              <a:gd name="connsiteY58" fmla="*/ 54000 h 467664"/>
              <a:gd name="connsiteX59" fmla="*/ 54000 w 1010208"/>
              <a:gd name="connsiteY59" fmla="*/ 0 h 467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1010208" h="467664">
                <a:moveTo>
                  <a:pt x="505104" y="359664"/>
                </a:moveTo>
                <a:cubicBezTo>
                  <a:pt x="534927" y="359664"/>
                  <a:pt x="559104" y="383841"/>
                  <a:pt x="559104" y="413664"/>
                </a:cubicBezTo>
                <a:cubicBezTo>
                  <a:pt x="559104" y="443487"/>
                  <a:pt x="534927" y="467664"/>
                  <a:pt x="505104" y="467664"/>
                </a:cubicBezTo>
                <a:cubicBezTo>
                  <a:pt x="475281" y="467664"/>
                  <a:pt x="451104" y="443487"/>
                  <a:pt x="451104" y="413664"/>
                </a:cubicBezTo>
                <a:cubicBezTo>
                  <a:pt x="451104" y="383841"/>
                  <a:pt x="475281" y="359664"/>
                  <a:pt x="505104" y="359664"/>
                </a:cubicBezTo>
                <a:close/>
                <a:moveTo>
                  <a:pt x="279552" y="359664"/>
                </a:moveTo>
                <a:cubicBezTo>
                  <a:pt x="309375" y="359664"/>
                  <a:pt x="333552" y="383841"/>
                  <a:pt x="333552" y="413664"/>
                </a:cubicBezTo>
                <a:cubicBezTo>
                  <a:pt x="333552" y="443487"/>
                  <a:pt x="309375" y="467664"/>
                  <a:pt x="279552" y="467664"/>
                </a:cubicBezTo>
                <a:cubicBezTo>
                  <a:pt x="249729" y="467664"/>
                  <a:pt x="225552" y="443487"/>
                  <a:pt x="225552" y="413664"/>
                </a:cubicBezTo>
                <a:cubicBezTo>
                  <a:pt x="225552" y="383841"/>
                  <a:pt x="249729" y="359664"/>
                  <a:pt x="279552" y="359664"/>
                </a:cubicBezTo>
                <a:close/>
                <a:moveTo>
                  <a:pt x="54000" y="359664"/>
                </a:moveTo>
                <a:cubicBezTo>
                  <a:pt x="83823" y="359664"/>
                  <a:pt x="108000" y="383841"/>
                  <a:pt x="108000" y="413664"/>
                </a:cubicBezTo>
                <a:cubicBezTo>
                  <a:pt x="108000" y="443487"/>
                  <a:pt x="83823" y="467664"/>
                  <a:pt x="54000" y="467664"/>
                </a:cubicBezTo>
                <a:cubicBezTo>
                  <a:pt x="24177" y="467664"/>
                  <a:pt x="0" y="443487"/>
                  <a:pt x="0" y="413664"/>
                </a:cubicBezTo>
                <a:cubicBezTo>
                  <a:pt x="0" y="383841"/>
                  <a:pt x="24177" y="359664"/>
                  <a:pt x="54000" y="359664"/>
                </a:cubicBezTo>
                <a:close/>
                <a:moveTo>
                  <a:pt x="730656" y="179832"/>
                </a:moveTo>
                <a:cubicBezTo>
                  <a:pt x="760479" y="179832"/>
                  <a:pt x="784656" y="204009"/>
                  <a:pt x="784656" y="233832"/>
                </a:cubicBezTo>
                <a:cubicBezTo>
                  <a:pt x="784656" y="263655"/>
                  <a:pt x="760479" y="287832"/>
                  <a:pt x="730656" y="287832"/>
                </a:cubicBezTo>
                <a:cubicBezTo>
                  <a:pt x="700833" y="287832"/>
                  <a:pt x="676656" y="263655"/>
                  <a:pt x="676656" y="233832"/>
                </a:cubicBezTo>
                <a:cubicBezTo>
                  <a:pt x="676656" y="204009"/>
                  <a:pt x="700833" y="179832"/>
                  <a:pt x="730656" y="179832"/>
                </a:cubicBezTo>
                <a:close/>
                <a:moveTo>
                  <a:pt x="505104" y="179832"/>
                </a:moveTo>
                <a:cubicBezTo>
                  <a:pt x="534927" y="179832"/>
                  <a:pt x="559104" y="204009"/>
                  <a:pt x="559104" y="233832"/>
                </a:cubicBezTo>
                <a:cubicBezTo>
                  <a:pt x="559104" y="263655"/>
                  <a:pt x="534927" y="287832"/>
                  <a:pt x="505104" y="287832"/>
                </a:cubicBezTo>
                <a:cubicBezTo>
                  <a:pt x="475281" y="287832"/>
                  <a:pt x="451104" y="263655"/>
                  <a:pt x="451104" y="233832"/>
                </a:cubicBezTo>
                <a:cubicBezTo>
                  <a:pt x="451104" y="204009"/>
                  <a:pt x="475281" y="179832"/>
                  <a:pt x="505104" y="179832"/>
                </a:cubicBezTo>
                <a:close/>
                <a:moveTo>
                  <a:pt x="279552" y="179832"/>
                </a:moveTo>
                <a:cubicBezTo>
                  <a:pt x="309375" y="179832"/>
                  <a:pt x="333552" y="204009"/>
                  <a:pt x="333552" y="233832"/>
                </a:cubicBezTo>
                <a:cubicBezTo>
                  <a:pt x="333552" y="263655"/>
                  <a:pt x="309375" y="287832"/>
                  <a:pt x="279552" y="287832"/>
                </a:cubicBezTo>
                <a:cubicBezTo>
                  <a:pt x="249729" y="287832"/>
                  <a:pt x="225552" y="263655"/>
                  <a:pt x="225552" y="233832"/>
                </a:cubicBezTo>
                <a:cubicBezTo>
                  <a:pt x="225552" y="204009"/>
                  <a:pt x="249729" y="179832"/>
                  <a:pt x="279552" y="179832"/>
                </a:cubicBezTo>
                <a:close/>
                <a:moveTo>
                  <a:pt x="54000" y="179832"/>
                </a:moveTo>
                <a:cubicBezTo>
                  <a:pt x="83823" y="179832"/>
                  <a:pt x="108000" y="204009"/>
                  <a:pt x="108000" y="233832"/>
                </a:cubicBezTo>
                <a:cubicBezTo>
                  <a:pt x="108000" y="263655"/>
                  <a:pt x="83823" y="287832"/>
                  <a:pt x="54000" y="287832"/>
                </a:cubicBezTo>
                <a:cubicBezTo>
                  <a:pt x="24177" y="287832"/>
                  <a:pt x="0" y="263655"/>
                  <a:pt x="0" y="233832"/>
                </a:cubicBezTo>
                <a:cubicBezTo>
                  <a:pt x="0" y="204009"/>
                  <a:pt x="24177" y="179832"/>
                  <a:pt x="54000" y="179832"/>
                </a:cubicBezTo>
                <a:close/>
                <a:moveTo>
                  <a:pt x="956208" y="0"/>
                </a:moveTo>
                <a:cubicBezTo>
                  <a:pt x="986031" y="0"/>
                  <a:pt x="1010208" y="24177"/>
                  <a:pt x="1010208" y="54000"/>
                </a:cubicBezTo>
                <a:cubicBezTo>
                  <a:pt x="1010208" y="83823"/>
                  <a:pt x="986031" y="108000"/>
                  <a:pt x="956208" y="108000"/>
                </a:cubicBezTo>
                <a:cubicBezTo>
                  <a:pt x="926385" y="108000"/>
                  <a:pt x="902208" y="83823"/>
                  <a:pt x="902208" y="54000"/>
                </a:cubicBezTo>
                <a:cubicBezTo>
                  <a:pt x="902208" y="24177"/>
                  <a:pt x="926385" y="0"/>
                  <a:pt x="956208" y="0"/>
                </a:cubicBezTo>
                <a:close/>
                <a:moveTo>
                  <a:pt x="730656" y="0"/>
                </a:moveTo>
                <a:cubicBezTo>
                  <a:pt x="760479" y="0"/>
                  <a:pt x="784656" y="24177"/>
                  <a:pt x="784656" y="54000"/>
                </a:cubicBezTo>
                <a:cubicBezTo>
                  <a:pt x="784656" y="83823"/>
                  <a:pt x="760479" y="108000"/>
                  <a:pt x="730656" y="108000"/>
                </a:cubicBezTo>
                <a:cubicBezTo>
                  <a:pt x="700833" y="108000"/>
                  <a:pt x="676656" y="83823"/>
                  <a:pt x="676656" y="54000"/>
                </a:cubicBezTo>
                <a:cubicBezTo>
                  <a:pt x="676656" y="24177"/>
                  <a:pt x="700833" y="0"/>
                  <a:pt x="730656" y="0"/>
                </a:cubicBezTo>
                <a:close/>
                <a:moveTo>
                  <a:pt x="505104" y="0"/>
                </a:moveTo>
                <a:cubicBezTo>
                  <a:pt x="534927" y="0"/>
                  <a:pt x="559104" y="24177"/>
                  <a:pt x="559104" y="54000"/>
                </a:cubicBezTo>
                <a:cubicBezTo>
                  <a:pt x="559104" y="83823"/>
                  <a:pt x="534927" y="108000"/>
                  <a:pt x="505104" y="108000"/>
                </a:cubicBezTo>
                <a:cubicBezTo>
                  <a:pt x="475281" y="108000"/>
                  <a:pt x="451104" y="83823"/>
                  <a:pt x="451104" y="54000"/>
                </a:cubicBezTo>
                <a:cubicBezTo>
                  <a:pt x="451104" y="24177"/>
                  <a:pt x="475281" y="0"/>
                  <a:pt x="505104" y="0"/>
                </a:cubicBezTo>
                <a:close/>
                <a:moveTo>
                  <a:pt x="279552" y="0"/>
                </a:moveTo>
                <a:cubicBezTo>
                  <a:pt x="309375" y="0"/>
                  <a:pt x="333552" y="24177"/>
                  <a:pt x="333552" y="54000"/>
                </a:cubicBezTo>
                <a:cubicBezTo>
                  <a:pt x="333552" y="83823"/>
                  <a:pt x="309375" y="108000"/>
                  <a:pt x="279552" y="108000"/>
                </a:cubicBezTo>
                <a:cubicBezTo>
                  <a:pt x="249729" y="108000"/>
                  <a:pt x="225552" y="83823"/>
                  <a:pt x="225552" y="54000"/>
                </a:cubicBezTo>
                <a:cubicBezTo>
                  <a:pt x="225552" y="24177"/>
                  <a:pt x="249729" y="0"/>
                  <a:pt x="279552" y="0"/>
                </a:cubicBezTo>
                <a:close/>
                <a:moveTo>
                  <a:pt x="54000" y="0"/>
                </a:moveTo>
                <a:cubicBezTo>
                  <a:pt x="83823" y="0"/>
                  <a:pt x="108000" y="24177"/>
                  <a:pt x="108000" y="54000"/>
                </a:cubicBezTo>
                <a:cubicBezTo>
                  <a:pt x="108000" y="83823"/>
                  <a:pt x="83823" y="108000"/>
                  <a:pt x="54000" y="108000"/>
                </a:cubicBezTo>
                <a:cubicBezTo>
                  <a:pt x="24177" y="108000"/>
                  <a:pt x="0" y="83823"/>
                  <a:pt x="0" y="54000"/>
                </a:cubicBezTo>
                <a:cubicBezTo>
                  <a:pt x="0" y="24177"/>
                  <a:pt x="24177" y="0"/>
                  <a:pt x="5400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a:ea typeface="微软雅黑"/>
              <a:cs typeface="Arial"/>
            </a:endParaRPr>
          </a:p>
        </p:txBody>
      </p:sp>
    </p:spTree>
    <p:extLst>
      <p:ext uri="{BB962C8B-B14F-4D97-AF65-F5344CB8AC3E}">
        <p14:creationId xmlns:p14="http://schemas.microsoft.com/office/powerpoint/2010/main" val="2008548517"/>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randombar(horizontal)">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4"/>
                                        </p:tgtEl>
                                        <p:attrNameLst>
                                          <p:attrName>style.visibility</p:attrName>
                                        </p:attrNameLst>
                                      </p:cBhvr>
                                      <p:to>
                                        <p:strVal val="visible"/>
                                      </p:to>
                                    </p:set>
                                    <p:animEffect transition="in" filter="wipe(down)">
                                      <p:cBhvr>
                                        <p:cTn id="17" dur="500"/>
                                        <p:tgtEl>
                                          <p:spTgt spid="44"/>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randombar(horizontal)">
                                      <p:cBhvr>
                                        <p:cTn id="2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1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063552" y="4437112"/>
            <a:ext cx="9025003" cy="21602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Calibri" panose="020F0502020204030204"/>
                <a:ea typeface="+mn-ea"/>
                <a:cs typeface="+mn-cs"/>
              </a:defRPr>
            </a:lvl1pPr>
            <a:lvl2pPr marL="457200" algn="l" defTabSz="914400" rtl="0" eaLnBrk="1" latinLnBrk="0" hangingPunct="1">
              <a:defRPr sz="1800" kern="1200">
                <a:solidFill>
                  <a:srgbClr val="FFFFFF"/>
                </a:solidFill>
                <a:latin typeface="Calibri" panose="020F0502020204030204"/>
                <a:ea typeface="+mn-ea"/>
                <a:cs typeface="+mn-cs"/>
              </a:defRPr>
            </a:lvl2pPr>
            <a:lvl3pPr marL="914400" algn="l" defTabSz="914400" rtl="0" eaLnBrk="1" latinLnBrk="0" hangingPunct="1">
              <a:defRPr sz="1800" kern="1200">
                <a:solidFill>
                  <a:srgbClr val="FFFFFF"/>
                </a:solidFill>
                <a:latin typeface="Calibri" panose="020F0502020204030204"/>
                <a:ea typeface="+mn-ea"/>
                <a:cs typeface="+mn-cs"/>
              </a:defRPr>
            </a:lvl3pPr>
            <a:lvl4pPr marL="1371600" algn="l" defTabSz="914400" rtl="0" eaLnBrk="1" latinLnBrk="0" hangingPunct="1">
              <a:defRPr sz="1800" kern="1200">
                <a:solidFill>
                  <a:srgbClr val="FFFFFF"/>
                </a:solidFill>
                <a:latin typeface="Calibri" panose="020F0502020204030204"/>
                <a:ea typeface="+mn-ea"/>
                <a:cs typeface="+mn-cs"/>
              </a:defRPr>
            </a:lvl4pPr>
            <a:lvl5pPr marL="1828800" algn="l" defTabSz="914400" rtl="0" eaLnBrk="1" latinLnBrk="0" hangingPunct="1">
              <a:defRPr sz="1800" kern="1200">
                <a:solidFill>
                  <a:srgbClr val="FFFFFF"/>
                </a:solidFill>
                <a:latin typeface="Calibri" panose="020F0502020204030204"/>
                <a:ea typeface="+mn-ea"/>
                <a:cs typeface="+mn-cs"/>
              </a:defRPr>
            </a:lvl5pPr>
            <a:lvl6pPr marL="2286000" algn="l" defTabSz="914400" rtl="0" eaLnBrk="1" latinLnBrk="0" hangingPunct="1">
              <a:defRPr sz="1800" kern="1200">
                <a:solidFill>
                  <a:srgbClr val="FFFFFF"/>
                </a:solidFill>
                <a:latin typeface="Calibri" panose="020F0502020204030204"/>
                <a:ea typeface="+mn-ea"/>
                <a:cs typeface="+mn-cs"/>
              </a:defRPr>
            </a:lvl6pPr>
            <a:lvl7pPr marL="2743200" algn="l" defTabSz="914400" rtl="0" eaLnBrk="1" latinLnBrk="0" hangingPunct="1">
              <a:defRPr sz="1800" kern="1200">
                <a:solidFill>
                  <a:srgbClr val="FFFFFF"/>
                </a:solidFill>
                <a:latin typeface="Calibri" panose="020F0502020204030204"/>
                <a:ea typeface="+mn-ea"/>
                <a:cs typeface="+mn-cs"/>
              </a:defRPr>
            </a:lvl7pPr>
            <a:lvl8pPr marL="3200400" algn="l" defTabSz="914400" rtl="0" eaLnBrk="1" latinLnBrk="0" hangingPunct="1">
              <a:defRPr sz="1800" kern="1200">
                <a:solidFill>
                  <a:srgbClr val="FFFFFF"/>
                </a:solidFill>
                <a:latin typeface="Calibri" panose="020F0502020204030204"/>
                <a:ea typeface="+mn-ea"/>
                <a:cs typeface="+mn-cs"/>
              </a:defRPr>
            </a:lvl8pPr>
            <a:lvl9pPr marL="3657600" algn="l" defTabSz="914400" rtl="0" eaLnBrk="1" latinLnBrk="0" hangingPunct="1">
              <a:defRPr sz="1800" kern="1200">
                <a:solidFill>
                  <a:srgbClr val="FFFFFF"/>
                </a:solidFill>
                <a:latin typeface="Calibri" panose="020F0502020204030204"/>
                <a:ea typeface="+mn-ea"/>
                <a:cs typeface="+mn-cs"/>
              </a:defRPr>
            </a:lvl9pPr>
          </a:lstStyle>
          <a:p>
            <a:r>
              <a:rPr lang="en-US" altLang="zh-CN" sz="1465">
                <a:solidFill>
                  <a:srgbClr val="EEECE1">
                    <a:lumMod val="25000"/>
                  </a:srgbClr>
                </a:solidFill>
                <a:latin typeface="微软雅黑" panose="020B0503020204020204" pitchFamily="34" charset="-122"/>
                <a:ea typeface="微软雅黑" panose="020B0503020204020204" pitchFamily="34" charset="-122"/>
              </a:rPr>
              <a:t>PPT</a:t>
            </a:r>
            <a:r>
              <a:rPr lang="zh-CN" altLang="en-US" sz="1465">
                <a:solidFill>
                  <a:srgbClr val="EEECE1">
                    <a:lumMod val="25000"/>
                  </a:srgbClr>
                </a:solidFill>
                <a:latin typeface="微软雅黑" panose="020B0503020204020204" pitchFamily="34" charset="-122"/>
                <a:ea typeface="微软雅黑" panose="020B0503020204020204" pitchFamily="34" charset="-122"/>
              </a:rPr>
              <a:t>模板：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2"/>
              </a:rPr>
              <a:t>www.1ppt.com/moban/</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r>
              <a:rPr lang="zh-CN" altLang="en-US" sz="1465">
                <a:solidFill>
                  <a:srgbClr val="EEECE1">
                    <a:lumMod val="25000"/>
                  </a:srgbClr>
                </a:solidFill>
                <a:latin typeface="微软雅黑" panose="020B0503020204020204" pitchFamily="34" charset="-122"/>
                <a:ea typeface="微软雅黑" panose="020B0503020204020204" pitchFamily="34" charset="-122"/>
              </a:rPr>
              <a:t>行业</a:t>
            </a:r>
            <a:r>
              <a:rPr lang="en-US" altLang="zh-CN" sz="1465">
                <a:solidFill>
                  <a:srgbClr val="EEECE1">
                    <a:lumMod val="25000"/>
                  </a:srgbClr>
                </a:solidFill>
                <a:latin typeface="微软雅黑" panose="020B0503020204020204" pitchFamily="34" charset="-122"/>
                <a:ea typeface="微软雅黑" panose="020B0503020204020204" pitchFamily="34" charset="-122"/>
              </a:rPr>
              <a:t>PPT</a:t>
            </a:r>
            <a:r>
              <a:rPr lang="zh-CN" altLang="en-US" sz="1465">
                <a:solidFill>
                  <a:srgbClr val="EEECE1">
                    <a:lumMod val="25000"/>
                  </a:srgbClr>
                </a:solidFill>
                <a:latin typeface="微软雅黑" panose="020B0503020204020204" pitchFamily="34" charset="-122"/>
                <a:ea typeface="微软雅黑" panose="020B0503020204020204" pitchFamily="34" charset="-122"/>
              </a:rPr>
              <a:t>模板：</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3"/>
              </a:rPr>
              <a:t>www.1ppt.com/hangye/</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p>
          <a:p>
            <a:r>
              <a:rPr lang="zh-CN" altLang="en-US" sz="1465">
                <a:solidFill>
                  <a:srgbClr val="EEECE1">
                    <a:lumMod val="25000"/>
                  </a:srgbClr>
                </a:solidFill>
                <a:latin typeface="微软雅黑" panose="020B0503020204020204" pitchFamily="34" charset="-122"/>
                <a:ea typeface="微软雅黑" panose="020B0503020204020204" pitchFamily="34" charset="-122"/>
              </a:rPr>
              <a:t>节日</a:t>
            </a:r>
            <a:r>
              <a:rPr lang="en-US" altLang="zh-CN" sz="1465">
                <a:solidFill>
                  <a:srgbClr val="EEECE1">
                    <a:lumMod val="25000"/>
                  </a:srgbClr>
                </a:solidFill>
                <a:latin typeface="微软雅黑" panose="020B0503020204020204" pitchFamily="34" charset="-122"/>
                <a:ea typeface="微软雅黑" panose="020B0503020204020204" pitchFamily="34" charset="-122"/>
              </a:rPr>
              <a:t>PPT</a:t>
            </a:r>
            <a:r>
              <a:rPr lang="zh-CN" altLang="en-US" sz="1465">
                <a:solidFill>
                  <a:srgbClr val="EEECE1">
                    <a:lumMod val="25000"/>
                  </a:srgbClr>
                </a:solidFill>
                <a:latin typeface="微软雅黑" panose="020B0503020204020204" pitchFamily="34" charset="-122"/>
                <a:ea typeface="微软雅黑" panose="020B0503020204020204" pitchFamily="34" charset="-122"/>
              </a:rPr>
              <a:t>模板：</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4"/>
              </a:rPr>
              <a:t>www.1ppt.com/jieri/</a:t>
            </a:r>
            <a:r>
              <a:rPr lang="en-US" altLang="zh-CN" sz="1465">
                <a:solidFill>
                  <a:srgbClr val="EEECE1">
                    <a:lumMod val="25000"/>
                  </a:srgbClr>
                </a:solidFill>
                <a:latin typeface="微软雅黑" panose="020B0503020204020204" pitchFamily="34" charset="-122"/>
                <a:ea typeface="微软雅黑" panose="020B0503020204020204" pitchFamily="34" charset="-122"/>
              </a:rPr>
              <a:t>                          PPT</a:t>
            </a:r>
            <a:r>
              <a:rPr lang="zh-CN" altLang="en-US" sz="1465">
                <a:solidFill>
                  <a:srgbClr val="EEECE1">
                    <a:lumMod val="25000"/>
                  </a:srgbClr>
                </a:solidFill>
                <a:latin typeface="微软雅黑" panose="020B0503020204020204" pitchFamily="34" charset="-122"/>
                <a:ea typeface="微软雅黑" panose="020B0503020204020204" pitchFamily="34" charset="-122"/>
              </a:rPr>
              <a:t>素材：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5"/>
              </a:rPr>
              <a:t>www.1ppt.com/sucai/</a:t>
            </a:r>
            <a:endParaRPr lang="en-US" altLang="zh-CN" sz="1465">
              <a:solidFill>
                <a:srgbClr val="EEECE1">
                  <a:lumMod val="25000"/>
                </a:srgbClr>
              </a:solidFill>
              <a:latin typeface="微软雅黑" panose="020B0503020204020204" pitchFamily="34" charset="-122"/>
              <a:ea typeface="微软雅黑" panose="020B0503020204020204" pitchFamily="34" charset="-122"/>
            </a:endParaRPr>
          </a:p>
          <a:p>
            <a:r>
              <a:rPr lang="en-US" altLang="zh-CN" sz="1465">
                <a:solidFill>
                  <a:srgbClr val="EEECE1">
                    <a:lumMod val="25000"/>
                  </a:srgbClr>
                </a:solidFill>
                <a:latin typeface="微软雅黑" panose="020B0503020204020204" pitchFamily="34" charset="-122"/>
                <a:ea typeface="微软雅黑" panose="020B0503020204020204" pitchFamily="34" charset="-122"/>
              </a:rPr>
              <a:t>PPT</a:t>
            </a:r>
            <a:r>
              <a:rPr lang="zh-CN" altLang="en-US" sz="1465">
                <a:solidFill>
                  <a:srgbClr val="EEECE1">
                    <a:lumMod val="25000"/>
                  </a:srgbClr>
                </a:solidFill>
                <a:latin typeface="微软雅黑" panose="020B0503020204020204" pitchFamily="34" charset="-122"/>
                <a:ea typeface="微软雅黑" panose="020B0503020204020204" pitchFamily="34" charset="-122"/>
              </a:rPr>
              <a:t>背景图片：</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6"/>
              </a:rPr>
              <a:t>www.1ppt.com/beijing/</a:t>
            </a:r>
            <a:r>
              <a:rPr lang="en-US" altLang="zh-CN" sz="1465">
                <a:solidFill>
                  <a:srgbClr val="EEECE1">
                    <a:lumMod val="25000"/>
                  </a:srgbClr>
                </a:solidFill>
                <a:latin typeface="微软雅黑" panose="020B0503020204020204" pitchFamily="34" charset="-122"/>
                <a:ea typeface="微软雅黑" panose="020B0503020204020204" pitchFamily="34" charset="-122"/>
              </a:rPr>
              <a:t>                     PPT</a:t>
            </a:r>
            <a:r>
              <a:rPr lang="zh-CN" altLang="en-US" sz="1465">
                <a:solidFill>
                  <a:srgbClr val="EEECE1">
                    <a:lumMod val="25000"/>
                  </a:srgbClr>
                </a:solidFill>
                <a:latin typeface="微软雅黑" panose="020B0503020204020204" pitchFamily="34" charset="-122"/>
                <a:ea typeface="微软雅黑" panose="020B0503020204020204" pitchFamily="34" charset="-122"/>
              </a:rPr>
              <a:t>图表：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7"/>
              </a:rPr>
              <a:t>www.1ppt.com/tubiao/</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p>
          <a:p>
            <a:r>
              <a:rPr lang="zh-CN" altLang="en-US" sz="1465">
                <a:solidFill>
                  <a:srgbClr val="EEECE1">
                    <a:lumMod val="25000"/>
                  </a:srgbClr>
                </a:solidFill>
                <a:latin typeface="微软雅黑" panose="020B0503020204020204" pitchFamily="34" charset="-122"/>
                <a:ea typeface="微软雅黑" panose="020B0503020204020204" pitchFamily="34" charset="-122"/>
              </a:rPr>
              <a:t>优秀</a:t>
            </a:r>
            <a:r>
              <a:rPr lang="en-US" altLang="zh-CN" sz="1465">
                <a:solidFill>
                  <a:srgbClr val="EEECE1">
                    <a:lumMod val="25000"/>
                  </a:srgbClr>
                </a:solidFill>
                <a:latin typeface="微软雅黑" panose="020B0503020204020204" pitchFamily="34" charset="-122"/>
                <a:ea typeface="微软雅黑" panose="020B0503020204020204" pitchFamily="34" charset="-122"/>
              </a:rPr>
              <a:t>PPT</a:t>
            </a:r>
            <a:r>
              <a:rPr lang="zh-CN" altLang="en-US" sz="1465">
                <a:solidFill>
                  <a:srgbClr val="EEECE1">
                    <a:lumMod val="25000"/>
                  </a:srgbClr>
                </a:solidFill>
                <a:latin typeface="微软雅黑" panose="020B0503020204020204" pitchFamily="34" charset="-122"/>
                <a:ea typeface="微软雅黑" panose="020B0503020204020204" pitchFamily="34" charset="-122"/>
              </a:rPr>
              <a:t>下载：</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8"/>
              </a:rPr>
              <a:t>www.1ppt.com/xiazai/</a:t>
            </a:r>
            <a:r>
              <a:rPr lang="en-US" altLang="zh-CN" sz="1465">
                <a:solidFill>
                  <a:srgbClr val="EEECE1">
                    <a:lumMod val="25000"/>
                  </a:srgbClr>
                </a:solidFill>
                <a:latin typeface="微软雅黑" panose="020B0503020204020204" pitchFamily="34" charset="-122"/>
                <a:ea typeface="微软雅黑" panose="020B0503020204020204" pitchFamily="34" charset="-122"/>
              </a:rPr>
              <a:t>                       PPT</a:t>
            </a:r>
            <a:r>
              <a:rPr lang="zh-CN" altLang="en-US" sz="1465">
                <a:solidFill>
                  <a:srgbClr val="EEECE1">
                    <a:lumMod val="25000"/>
                  </a:srgbClr>
                </a:solidFill>
                <a:latin typeface="微软雅黑" panose="020B0503020204020204" pitchFamily="34" charset="-122"/>
                <a:ea typeface="微软雅黑" panose="020B0503020204020204" pitchFamily="34" charset="-122"/>
              </a:rPr>
              <a:t>教程：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9"/>
              </a:rPr>
              <a:t>www.1ppt.com/powerpoint/</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p>
          <a:p>
            <a:r>
              <a:rPr lang="en-US" altLang="zh-CN" sz="1465">
                <a:solidFill>
                  <a:srgbClr val="EEECE1">
                    <a:lumMod val="25000"/>
                  </a:srgbClr>
                </a:solidFill>
                <a:latin typeface="微软雅黑" panose="020B0503020204020204" pitchFamily="34" charset="-122"/>
                <a:ea typeface="微软雅黑" panose="020B0503020204020204" pitchFamily="34" charset="-122"/>
              </a:rPr>
              <a:t>Word</a:t>
            </a:r>
            <a:r>
              <a:rPr lang="zh-CN" altLang="en-US" sz="1465">
                <a:solidFill>
                  <a:srgbClr val="EEECE1">
                    <a:lumMod val="25000"/>
                  </a:srgbClr>
                </a:solidFill>
                <a:latin typeface="微软雅黑" panose="020B0503020204020204" pitchFamily="34" charset="-122"/>
                <a:ea typeface="微软雅黑" panose="020B0503020204020204" pitchFamily="34" charset="-122"/>
              </a:rPr>
              <a:t>模板：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10"/>
              </a:rPr>
              <a:t>www.1ppt.com/word/</a:t>
            </a:r>
            <a:r>
              <a:rPr lang="en-US" altLang="zh-CN" sz="1465">
                <a:solidFill>
                  <a:srgbClr val="EEECE1">
                    <a:lumMod val="25000"/>
                  </a:srgbClr>
                </a:solidFill>
                <a:latin typeface="微软雅黑" panose="020B0503020204020204" pitchFamily="34" charset="-122"/>
                <a:ea typeface="微软雅黑" panose="020B0503020204020204" pitchFamily="34" charset="-122"/>
              </a:rPr>
              <a:t>                        Excel</a:t>
            </a:r>
            <a:r>
              <a:rPr lang="zh-CN" altLang="en-US" sz="1465">
                <a:solidFill>
                  <a:srgbClr val="EEECE1">
                    <a:lumMod val="25000"/>
                  </a:srgbClr>
                </a:solidFill>
                <a:latin typeface="微软雅黑" panose="020B0503020204020204" pitchFamily="34" charset="-122"/>
                <a:ea typeface="微软雅黑" panose="020B0503020204020204" pitchFamily="34" charset="-122"/>
              </a:rPr>
              <a:t>模板：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11"/>
              </a:rPr>
              <a:t>www.1ppt.com/excel/</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p>
          <a:p>
            <a:r>
              <a:rPr lang="zh-CN" altLang="en-US" sz="1465">
                <a:solidFill>
                  <a:srgbClr val="EEECE1">
                    <a:lumMod val="25000"/>
                  </a:srgbClr>
                </a:solidFill>
                <a:latin typeface="微软雅黑" panose="020B0503020204020204" pitchFamily="34" charset="-122"/>
                <a:ea typeface="微软雅黑" panose="020B0503020204020204" pitchFamily="34" charset="-122"/>
              </a:rPr>
              <a:t>个人简历：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12"/>
              </a:rPr>
              <a:t>www.1ppt.com/jianli/</a:t>
            </a:r>
            <a:r>
              <a:rPr lang="en-US" altLang="zh-CN" sz="1465">
                <a:solidFill>
                  <a:srgbClr val="EEECE1">
                    <a:lumMod val="25000"/>
                  </a:srgbClr>
                </a:solidFill>
                <a:latin typeface="微软雅黑" panose="020B0503020204020204" pitchFamily="34" charset="-122"/>
                <a:ea typeface="微软雅黑" panose="020B0503020204020204" pitchFamily="34" charset="-122"/>
              </a:rPr>
              <a:t>                         PPT</a:t>
            </a:r>
            <a:r>
              <a:rPr lang="zh-CN" altLang="en-US" sz="1465">
                <a:solidFill>
                  <a:srgbClr val="EEECE1">
                    <a:lumMod val="25000"/>
                  </a:srgbClr>
                </a:solidFill>
                <a:latin typeface="微软雅黑" panose="020B0503020204020204" pitchFamily="34" charset="-122"/>
                <a:ea typeface="微软雅黑" panose="020B0503020204020204" pitchFamily="34" charset="-122"/>
              </a:rPr>
              <a:t>课件：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13"/>
              </a:rPr>
              <a:t>www.1ppt.com/kejian/</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p>
          <a:p>
            <a:r>
              <a:rPr lang="zh-CN" altLang="en-US" sz="1465">
                <a:solidFill>
                  <a:srgbClr val="EEECE1">
                    <a:lumMod val="25000"/>
                  </a:srgbClr>
                </a:solidFill>
                <a:latin typeface="微软雅黑" panose="020B0503020204020204" pitchFamily="34" charset="-122"/>
                <a:ea typeface="微软雅黑" panose="020B0503020204020204" pitchFamily="34" charset="-122"/>
              </a:rPr>
              <a:t>手抄报：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14"/>
              </a:rPr>
              <a:t>www.1ppt.com/shouchaobao/</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r>
              <a:rPr lang="zh-CN" altLang="en-US" sz="1465">
                <a:solidFill>
                  <a:srgbClr val="EEECE1">
                    <a:lumMod val="25000"/>
                  </a:srgbClr>
                </a:solidFill>
                <a:latin typeface="微软雅黑" panose="020B0503020204020204" pitchFamily="34" charset="-122"/>
                <a:ea typeface="微软雅黑" panose="020B0503020204020204" pitchFamily="34" charset="-122"/>
              </a:rPr>
              <a:t>试题下载：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15"/>
              </a:rPr>
              <a:t>www.1ppt.com/shiti/</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p>
          <a:p>
            <a:r>
              <a:rPr lang="zh-CN" altLang="en-US" sz="1465">
                <a:solidFill>
                  <a:srgbClr val="EEECE1">
                    <a:lumMod val="25000"/>
                  </a:srgbClr>
                </a:solidFill>
                <a:latin typeface="微软雅黑" panose="020B0503020204020204" pitchFamily="34" charset="-122"/>
                <a:ea typeface="微软雅黑" panose="020B0503020204020204" pitchFamily="34" charset="-122"/>
              </a:rPr>
              <a:t>教案下载：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16"/>
              </a:rPr>
              <a:t>www.1ppt.com/jiaoan/</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r>
              <a:rPr lang="zh-CN" altLang="en-US" sz="1465">
                <a:solidFill>
                  <a:srgbClr val="EEECE1">
                    <a:lumMod val="25000"/>
                  </a:srgbClr>
                </a:solidFill>
                <a:latin typeface="微软雅黑" panose="020B0503020204020204" pitchFamily="34" charset="-122"/>
                <a:ea typeface="微软雅黑" panose="020B0503020204020204" pitchFamily="34" charset="-122"/>
              </a:rPr>
              <a:t>字体下载：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17"/>
              </a:rPr>
              <a:t>www.1ppt.com/ziti/</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endParaRPr lang="zh-CN" altLang="en-US" sz="1465">
              <a:solidFill>
                <a:srgbClr val="EEECE1">
                  <a:lumMod val="25000"/>
                </a:srgbClr>
              </a:solidFill>
              <a:latin typeface="微软雅黑" panose="020B0503020204020204" pitchFamily="34" charset="-122"/>
              <a:ea typeface="微软雅黑" panose="020B0503020204020204" pitchFamily="34" charset="-122"/>
            </a:endParaRPr>
          </a:p>
        </p:txBody>
      </p:sp>
      <p:sp>
        <p:nvSpPr>
          <p:cNvPr id="3" name="Rectangle 17"/>
          <p:cNvSpPr>
            <a:spLocks noChangeArrowheads="1"/>
          </p:cNvSpPr>
          <p:nvPr/>
        </p:nvSpPr>
        <p:spPr bwMode="gray">
          <a:xfrm>
            <a:off x="0" y="2998276"/>
            <a:ext cx="12192000" cy="1366829"/>
          </a:xfrm>
          <a:prstGeom prst="rect">
            <a:avLst/>
          </a:prstGeom>
          <a:solidFill>
            <a:schemeClr val="tx2">
              <a:lumMod val="75000"/>
            </a:schemeClr>
          </a:solidFill>
          <a:ln w="9525">
            <a:noFill/>
            <a:miter lim="800000"/>
          </a:ln>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zh-CN" altLang="en-US" sz="2400" kern="0">
              <a:solidFill>
                <a:srgbClr val="005397"/>
              </a:solidFill>
              <a:latin typeface="Arial" panose="020B0604020202020204"/>
              <a:ea typeface="微软雅黑" panose="020B0503020204020204" pitchFamily="34" charset="-122"/>
            </a:endParaRPr>
          </a:p>
        </p:txBody>
      </p:sp>
      <p:sp>
        <p:nvSpPr>
          <p:cNvPr id="15" name="Rectangle 3"/>
          <p:cNvSpPr>
            <a:spLocks noChangeArrowheads="1"/>
          </p:cNvSpPr>
          <p:nvPr/>
        </p:nvSpPr>
        <p:spPr bwMode="auto">
          <a:xfrm>
            <a:off x="540251" y="3097353"/>
            <a:ext cx="5471583" cy="1195751"/>
          </a:xfrm>
          <a:prstGeom prst="rect">
            <a:avLst/>
          </a:prstGeom>
          <a:noFill/>
          <a:ln w="3175" algn="ctr">
            <a:noFill/>
            <a:prstDash val="dash"/>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20000"/>
              </a:spcBef>
              <a:buClr>
                <a:srgbClr val="5B8CC1"/>
              </a:buClr>
              <a:buFont typeface="Wingdings" panose="05000000000000000000" pitchFamily="2" charset="2"/>
              <a:buNone/>
              <a:defRPr/>
            </a:pPr>
            <a:r>
              <a:rPr lang="zh-CN" altLang="en-US" sz="2400" b="1" kern="0">
                <a:solidFill>
                  <a:prstClr val="white"/>
                </a:solidFill>
                <a:latin typeface="微软雅黑" panose="020B0503020204020204" pitchFamily="34" charset="-122"/>
                <a:ea typeface="微软雅黑" panose="020B0503020204020204" pitchFamily="34" charset="-122"/>
              </a:rPr>
              <a:t>可以在下列情况使用</a:t>
            </a:r>
            <a:endParaRPr lang="zh-CN" altLang="en-US" sz="1465" kern="0">
              <a:solidFill>
                <a:prstClr val="white"/>
              </a:solidFill>
              <a:latin typeface="微软雅黑" panose="020B0503020204020204" pitchFamily="34" charset="-122"/>
              <a:ea typeface="微软雅黑" panose="020B0503020204020204" pitchFamily="34" charset="-122"/>
            </a:endParaRPr>
          </a:p>
          <a:p>
            <a:pPr>
              <a:lnSpc>
                <a:spcPct val="150000"/>
              </a:lnSpc>
              <a:buClr>
                <a:srgbClr val="5B8CC1"/>
              </a:buClr>
              <a:buFont typeface="Wingdings" panose="05000000000000000000" pitchFamily="2" charset="2"/>
              <a:buChar char="n"/>
              <a:defRPr/>
            </a:pPr>
            <a:r>
              <a:rPr lang="zh-CN" altLang="en-US" sz="1465" kern="0">
                <a:solidFill>
                  <a:prstClr val="white"/>
                </a:solidFill>
                <a:latin typeface="微软雅黑" panose="020B0503020204020204" pitchFamily="34" charset="-122"/>
                <a:ea typeface="微软雅黑" panose="020B0503020204020204" pitchFamily="34" charset="-122"/>
              </a:rPr>
              <a:t>个人学习、研究。</a:t>
            </a:r>
          </a:p>
          <a:p>
            <a:pPr>
              <a:lnSpc>
                <a:spcPct val="150000"/>
              </a:lnSpc>
              <a:buClr>
                <a:srgbClr val="5B8CC1"/>
              </a:buClr>
              <a:buFont typeface="Wingdings" panose="05000000000000000000" pitchFamily="2" charset="2"/>
              <a:buChar char="n"/>
              <a:defRPr/>
            </a:pPr>
            <a:r>
              <a:rPr lang="zh-CN" altLang="en-US" sz="1465" kern="0">
                <a:solidFill>
                  <a:prstClr val="white"/>
                </a:solidFill>
                <a:latin typeface="微软雅黑" panose="020B0503020204020204" pitchFamily="34" charset="-122"/>
                <a:ea typeface="微软雅黑" panose="020B0503020204020204" pitchFamily="34" charset="-122"/>
              </a:rPr>
              <a:t>拷贝模板中的内容用于其它幻灯片母版中使用。</a:t>
            </a:r>
          </a:p>
        </p:txBody>
      </p:sp>
      <p:sp>
        <p:nvSpPr>
          <p:cNvPr id="16" name="Rectangle 4"/>
          <p:cNvSpPr>
            <a:spLocks noChangeArrowheads="1"/>
          </p:cNvSpPr>
          <p:nvPr/>
        </p:nvSpPr>
        <p:spPr bwMode="auto">
          <a:xfrm>
            <a:off x="6107840" y="3097353"/>
            <a:ext cx="5471584" cy="1195751"/>
          </a:xfrm>
          <a:prstGeom prst="rect">
            <a:avLst/>
          </a:prstGeom>
          <a:noFill/>
          <a:ln w="3175" algn="ctr">
            <a:noFill/>
            <a:prstDash val="dash"/>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20000"/>
              </a:spcBef>
              <a:buClr>
                <a:srgbClr val="5B8CC1"/>
              </a:buClr>
              <a:buFont typeface="Wingdings" panose="05000000000000000000" pitchFamily="2" charset="2"/>
              <a:buNone/>
              <a:defRPr/>
            </a:pPr>
            <a:r>
              <a:rPr lang="zh-CN" altLang="en-US" sz="2400" b="1" kern="0">
                <a:solidFill>
                  <a:prstClr val="white"/>
                </a:solidFill>
                <a:latin typeface="微软雅黑" panose="020B0503020204020204" pitchFamily="34" charset="-122"/>
                <a:ea typeface="微软雅黑" panose="020B0503020204020204" pitchFamily="34" charset="-122"/>
              </a:rPr>
              <a:t>不可以在以下情况使用</a:t>
            </a:r>
            <a:endParaRPr lang="zh-CN" altLang="en-US" sz="1335" b="1" kern="0">
              <a:solidFill>
                <a:prstClr val="white"/>
              </a:solidFill>
              <a:latin typeface="微软雅黑" panose="020B0503020204020204" pitchFamily="34" charset="-122"/>
              <a:ea typeface="微软雅黑" panose="020B0503020204020204" pitchFamily="34" charset="-122"/>
            </a:endParaRPr>
          </a:p>
          <a:p>
            <a:pPr>
              <a:lnSpc>
                <a:spcPct val="150000"/>
              </a:lnSpc>
              <a:buClr>
                <a:srgbClr val="5B8CC1"/>
              </a:buClr>
              <a:buFont typeface="Wingdings" panose="05000000000000000000" pitchFamily="2" charset="2"/>
              <a:buChar char="n"/>
              <a:defRPr/>
            </a:pPr>
            <a:r>
              <a:rPr lang="zh-CN" altLang="en-US" sz="1465" kern="0">
                <a:solidFill>
                  <a:prstClr val="white"/>
                </a:solidFill>
                <a:latin typeface="微软雅黑" panose="020B0503020204020204" pitchFamily="34" charset="-122"/>
                <a:ea typeface="微软雅黑" panose="020B0503020204020204" pitchFamily="34" charset="-122"/>
              </a:rPr>
              <a:t>任何形式的在线付费下载。</a:t>
            </a:r>
          </a:p>
          <a:p>
            <a:pPr>
              <a:lnSpc>
                <a:spcPct val="150000"/>
              </a:lnSpc>
              <a:buClr>
                <a:srgbClr val="5B8CC1"/>
              </a:buClr>
              <a:buFont typeface="Wingdings" panose="05000000000000000000" pitchFamily="2" charset="2"/>
              <a:buChar char="n"/>
              <a:defRPr/>
            </a:pPr>
            <a:r>
              <a:rPr lang="zh-CN" altLang="en-US" sz="1465" kern="0">
                <a:solidFill>
                  <a:prstClr val="white"/>
                </a:solidFill>
                <a:latin typeface="微软雅黑" panose="020B0503020204020204" pitchFamily="34" charset="-122"/>
                <a:ea typeface="微软雅黑" panose="020B0503020204020204" pitchFamily="34" charset="-122"/>
              </a:rPr>
              <a:t>网络转载、线上线下传播。</a:t>
            </a:r>
            <a:endParaRPr lang="zh-CN" altLang="en-GB" sz="1465" kern="0">
              <a:solidFill>
                <a:prstClr val="white"/>
              </a:solidFill>
              <a:latin typeface="微软雅黑" panose="020B0503020204020204" pitchFamily="34" charset="-122"/>
              <a:ea typeface="微软雅黑" panose="020B0503020204020204" pitchFamily="34" charset="-122"/>
            </a:endParaRPr>
          </a:p>
        </p:txBody>
      </p:sp>
      <p:pic>
        <p:nvPicPr>
          <p:cNvPr id="1027" name="Picture 3"/>
          <p:cNvPicPr>
            <a:picLocks noChangeAspect="1" noChangeArrowheads="1"/>
          </p:cNvPicPr>
          <p:nvPr/>
        </p:nvPicPr>
        <p:blipFill>
          <a:blip r:embed="rId18" cstate="email">
            <a:extLst>
              <a:ext uri="{28A0092B-C50C-407E-A947-70E740481C1C}">
                <a14:useLocalDpi xmlns:a14="http://schemas.microsoft.com/office/drawing/2010/main"/>
              </a:ext>
            </a:extLst>
          </a:blip>
          <a:stretch>
            <a:fillRect/>
          </a:stretch>
        </p:blipFill>
        <p:spPr bwMode="auto">
          <a:xfrm>
            <a:off x="1947382" y="-404505"/>
            <a:ext cx="7893049" cy="34027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墨迹 6"/>
          <p:cNvPicPr/>
          <p:nvPr/>
        </p:nvPicPr>
        <p:blipFill>
          <a:blip r:embed="rId19" cstate="email">
            <a:extLst>
              <a:ext uri="{28A0092B-C50C-407E-A947-70E740481C1C}">
                <a14:useLocalDpi xmlns:a14="http://schemas.microsoft.com/office/drawing/2010/main"/>
              </a:ext>
            </a:extLst>
          </a:blip>
          <a:stretch>
            <a:fillRect/>
          </a:stretch>
        </p:blipFill>
        <p:spPr>
          <a:xfrm>
            <a:off x="-1715569" y="629060"/>
            <a:ext cx="48000" cy="216000"/>
          </a:xfrm>
          <a:prstGeom prst="rect">
            <a:avLst/>
          </a:prstGeom>
        </p:spPr>
      </p:pic>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22.11.14"/>
  <p:tag name="AS_TITLE" val="Aspose.Slides for .NET 4.0 Client Profile"/>
  <p:tag name="AS_VERSION" val="22.11"/>
  <p:tag name="COMMONDATA" val="eyJoZGlkIjoiYWVhZGZiZjY4ZTA5YjJkYTQ1N2QwZDJjYjZiZTE1YmYifQ=="/>
</p:tagLst>
</file>

<file path=ppt/theme/theme1.xml><?xml version="1.0" encoding="utf-8"?>
<a:theme xmlns:a="http://schemas.openxmlformats.org/drawingml/2006/main" name="第一PPT，www.1ppt.com">
  <a:themeElements>
    <a:clrScheme name="自定义">
      <a:dk1>
        <a:srgbClr val="000000"/>
      </a:dk1>
      <a:lt1>
        <a:srgbClr val="FFFFFF"/>
      </a:lt1>
      <a:dk2>
        <a:srgbClr val="2D3847"/>
      </a:dk2>
      <a:lt2>
        <a:srgbClr val="262626"/>
      </a:lt2>
      <a:accent1>
        <a:srgbClr val="0075F7"/>
      </a:accent1>
      <a:accent2>
        <a:srgbClr val="0075F7"/>
      </a:accent2>
      <a:accent3>
        <a:srgbClr val="77A694"/>
      </a:accent3>
      <a:accent4>
        <a:srgbClr val="473A6A"/>
      </a:accent4>
      <a:accent5>
        <a:srgbClr val="62DBD8"/>
      </a:accent5>
      <a:accent6>
        <a:srgbClr val="FD9348"/>
      </a:accent6>
      <a:hlink>
        <a:srgbClr val="FEFFFE"/>
      </a:hlink>
      <a:folHlink>
        <a:srgbClr val="CFCCD0"/>
      </a:folHlink>
    </a:clrScheme>
    <a:fontScheme name="自定义 1">
      <a:majorFont>
        <a:latin typeface="微软雅黑"/>
        <a:ea typeface="汉仪大宋简"/>
        <a:cs typeface="Arial"/>
      </a:majorFont>
      <a:minorFont>
        <a:latin typeface="微软雅黑"/>
        <a:ea typeface="微软雅黑"/>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第一PPT，www.1ppt.com ">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宋体"/>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宋体"/>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等线 Light"/>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等线"/>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Template>
  <TotalTime>7</TotalTime>
  <Words>1921</Words>
  <Application>Microsoft Office PowerPoint</Application>
  <PresentationFormat>宽屏</PresentationFormat>
  <Paragraphs>154</Paragraphs>
  <Slides>24</Slides>
  <Notes>3</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24</vt:i4>
      </vt:variant>
    </vt:vector>
  </HeadingPairs>
  <TitlesOfParts>
    <vt:vector size="34" baseType="lpstr">
      <vt:lpstr>等线</vt:lpstr>
      <vt:lpstr>汉仪大宋简</vt:lpstr>
      <vt:lpstr>汉仪综艺体简</vt:lpstr>
      <vt:lpstr>微软雅黑</vt:lpstr>
      <vt:lpstr>Arial</vt:lpstr>
      <vt:lpstr>Calibri</vt:lpstr>
      <vt:lpstr>Roboto Light</vt:lpstr>
      <vt:lpstr>Wingdings</vt:lpstr>
      <vt:lpstr>第一PPT，www.1ppt.com</vt:lpstr>
      <vt:lpstr>第一PPT，www.1ppt.com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校园科普</dc:title>
  <dc:creator>第一PPT，www.1ppt.com</dc:creator>
  <cp:keywords>www.1ppt.com</cp:keywords>
  <dc:description>www.1ppt.com</dc:description>
  <cp:lastModifiedBy>PC</cp:lastModifiedBy>
  <cp:revision>5</cp:revision>
  <dcterms:created xsi:type="dcterms:W3CDTF">2023-06-08T09:54:00Z</dcterms:created>
  <dcterms:modified xsi:type="dcterms:W3CDTF">2026-05-22T08:08:26Z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B58C72D0E0EC4860B3081D45DD16F5B7_12</vt:lpwstr>
  </property>
  <property fmtid="{D5CDD505-2E9C-101B-9397-08002B2CF9AE}" pid="3" name="KSOProductBuildVer">
    <vt:lpwstr>2052-12.1.0.26375</vt:lpwstr>
  </property>
</Properties>
</file>